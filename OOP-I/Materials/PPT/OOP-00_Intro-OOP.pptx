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3.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3" r:id="rId1"/>
    <p:sldMasterId id="2147483685" r:id="rId2"/>
    <p:sldMasterId id="2147483698" r:id="rId3"/>
    <p:sldMasterId id="2147483716" r:id="rId4"/>
  </p:sldMasterIdLst>
  <p:notesMasterIdLst>
    <p:notesMasterId r:id="rId63"/>
  </p:notesMasterIdLst>
  <p:sldIdLst>
    <p:sldId id="316" r:id="rId5"/>
    <p:sldId id="258" r:id="rId6"/>
    <p:sldId id="259" r:id="rId7"/>
    <p:sldId id="297" r:id="rId8"/>
    <p:sldId id="260" r:id="rId9"/>
    <p:sldId id="261" r:id="rId10"/>
    <p:sldId id="263" r:id="rId11"/>
    <p:sldId id="264" r:id="rId12"/>
    <p:sldId id="265" r:id="rId13"/>
    <p:sldId id="266" r:id="rId14"/>
    <p:sldId id="267" r:id="rId15"/>
    <p:sldId id="268" r:id="rId16"/>
    <p:sldId id="322" r:id="rId17"/>
    <p:sldId id="321" r:id="rId18"/>
    <p:sldId id="310" r:id="rId19"/>
    <p:sldId id="311" r:id="rId20"/>
    <p:sldId id="312" r:id="rId21"/>
    <p:sldId id="313" r:id="rId22"/>
    <p:sldId id="314" r:id="rId23"/>
    <p:sldId id="315" r:id="rId24"/>
    <p:sldId id="299" r:id="rId25"/>
    <p:sldId id="317" r:id="rId26"/>
    <p:sldId id="318" r:id="rId27"/>
    <p:sldId id="320" r:id="rId28"/>
    <p:sldId id="324" r:id="rId29"/>
    <p:sldId id="323" r:id="rId30"/>
    <p:sldId id="295" r:id="rId31"/>
    <p:sldId id="300" r:id="rId32"/>
    <p:sldId id="269" r:id="rId33"/>
    <p:sldId id="301" r:id="rId34"/>
    <p:sldId id="270" r:id="rId35"/>
    <p:sldId id="271" r:id="rId36"/>
    <p:sldId id="303" r:id="rId37"/>
    <p:sldId id="304" r:id="rId38"/>
    <p:sldId id="272" r:id="rId39"/>
    <p:sldId id="305" r:id="rId40"/>
    <p:sldId id="273" r:id="rId41"/>
    <p:sldId id="275" r:id="rId42"/>
    <p:sldId id="276" r:id="rId43"/>
    <p:sldId id="277" r:id="rId44"/>
    <p:sldId id="307" r:id="rId45"/>
    <p:sldId id="278" r:id="rId46"/>
    <p:sldId id="279" r:id="rId47"/>
    <p:sldId id="280" r:id="rId48"/>
    <p:sldId id="281" r:id="rId49"/>
    <p:sldId id="308" r:id="rId50"/>
    <p:sldId id="309" r:id="rId51"/>
    <p:sldId id="282" r:id="rId52"/>
    <p:sldId id="283" r:id="rId53"/>
    <p:sldId id="284" r:id="rId54"/>
    <p:sldId id="285" r:id="rId55"/>
    <p:sldId id="286" r:id="rId56"/>
    <p:sldId id="287" r:id="rId57"/>
    <p:sldId id="288" r:id="rId58"/>
    <p:sldId id="289" r:id="rId59"/>
    <p:sldId id="290" r:id="rId60"/>
    <p:sldId id="291" r:id="rId61"/>
    <p:sldId id="292" r:id="rId6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3456" autoAdjust="0"/>
    <p:restoredTop sz="86380" autoAdjust="0"/>
  </p:normalViewPr>
  <p:slideViewPr>
    <p:cSldViewPr snapToGrid="0">
      <p:cViewPr varScale="1">
        <p:scale>
          <a:sx n="57" d="100"/>
          <a:sy n="57" d="100"/>
        </p:scale>
        <p:origin x="692" y="48"/>
      </p:cViewPr>
      <p:guideLst>
        <p:guide orient="horz" pos="2160"/>
        <p:guide pos="3840"/>
      </p:guideLst>
    </p:cSldViewPr>
  </p:slideViewPr>
  <p:outlineViewPr>
    <p:cViewPr>
      <p:scale>
        <a:sx n="33" d="100"/>
        <a:sy n="33" d="100"/>
      </p:scale>
      <p:origin x="240" y="410574"/>
    </p:cViewPr>
  </p:outlin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notesMaster" Target="notesMasters/notesMaster1.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theme" Target="theme/theme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image" Target="../media/image26.wmf"/><Relationship Id="rId1" Type="http://schemas.openxmlformats.org/officeDocument/2006/relationships/image" Target="../media/image25.wmf"/></Relationships>
</file>

<file path=ppt/ink/ink1.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0-10-06T05:57:39.612"/>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25846 13097 0,'75'0'172,"49"0"-172,-25 0 15,-24 0-15,-26 0 16,-24 0-1,0-25 1,0 0-16,-1 25 31,1 0 1,25 0-17,-25 0 1,24 0-1,-24 0 32,0 0-31,0 0 15,-1 0 0,1 0-31,0 0 16,25 0-16,-1 0 16,1 0-1,-25 0-15,-1 0 32,1 0-17,0 0 16,25 0-15,-50 25 0</inkml:trace>
</inkml:ink>
</file>

<file path=ppt/ink/ink2.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0-10-06T05:57:41.381"/>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25846 13717 0,'50'0'172,"-25"0"-156,49 0-16,-24 0 15,49 0-15,-49 0 16,-25 0-16,24 0 16,-24 0-1,25 0 1,-26 0 0,1 0-1,0 0-15,0 0 47,0-25-31,-1 25-1,1 0 1,25 0 15,-25 0-31,-1 0 16,1 0-16,0 0 15,0 0 1,24-25-16,-24 25 16,25-24-1</inkml:trace>
</inkml:ink>
</file>

<file path=ppt/ink/ink3.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0-10-06T05:57:45.957"/>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25722 14188 0,'25'0'172,"25"0"-172,-1 0 15,1 0 1,-25 0-16,0 0 16,24 0-1,-24 0-15,25 0 16,-25 0-16,49 0 15,-49 0-15,49 0 16,-24 0-16,-25 0 16,-1 0-16,26 0 15,0 0-15,-26 0 32,1 0-17,0 0-15,0 0 31,0 0-31,-1 0 16,1 0-16,0 0 16,0 0-16,24 0 15,-24 0 1,25 0 0,-25-25 187,-25 1-172</inkml:trace>
</inkml:ink>
</file>

<file path=ppt/ink/ink4.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0-10-06T05:57:54.956"/>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25946 17338 0,'25'0'156,"49"0"-156,-24 0 15,74 25 1,-100-25-16,51 0 16,-1 25-16,-49-25 15,0 0-15,0 0 16,-1 0-16,1 0 31,0 0 0,0 0 79,0 0-79,-1 0 0,1 0 1,25 0-17,-25 0 32,-1 0-31,1 0-1,0 0 173,0 0-188,0-25 15,-1 0 1</inkml:trace>
</inkml:ink>
</file>

<file path=ppt/ink/ink5.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0-10-06T05:57:56.595"/>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25896 17934 0,'-25'25'171,"50"-1"-155,25-24 0,-1 0-16,-24 0 15,25 0-15,-25 0 32,24 0-17,-24 0 1,25 0 15,-1 0-31,-24 0 16,0 0-16,0 0 15,-1 0-15,1 0 16,0 0-16,25 0 16,-26 0-16,1 0 15,25 0-15,-1 0 16,-24 0-1,25 0-15,-25 0 32,24 0-1,-24 0 47,-25-24-78,50 24 78,-26-25 32</inkml:trace>
</inkml:ink>
</file>

<file path=ppt/ink/ink6.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0-10-06T05:57:57.716"/>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25946 18455 0,'25'24'79,"-1"-24"-79,1 0 15,25 0 1,-25 0-16,24 25 15,-24-25 1,0 0 0,0 0-1,24 0-15,-24 0 16,25 0-16,-26 0 16,26 25-16,0-25 15,24 0-15,0 0 16,-24 0-16,0 0 15,-1 0-15,1 0 16,-25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219B08-22F0-42FC-882E-04A2BAC6782F}" type="datetimeFigureOut">
              <a:rPr lang="en-US" smtClean="0"/>
              <a:pPr/>
              <a:t>7/30/2024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12E027-EAE4-4947-9A35-E6DC1A7236AA}" type="slidenum">
              <a:rPr lang="en-US" smtClean="0"/>
              <a:pPr/>
              <a:t>‹#›</a:t>
            </a:fld>
            <a:endParaRPr lang="en-US"/>
          </a:p>
        </p:txBody>
      </p:sp>
    </p:spTree>
    <p:extLst>
      <p:ext uri="{BB962C8B-B14F-4D97-AF65-F5344CB8AC3E}">
        <p14:creationId xmlns:p14="http://schemas.microsoft.com/office/powerpoint/2010/main" val="13464428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C12E027-EAE4-4947-9A35-E6DC1A7236AA}" type="slidenum">
              <a:rPr lang="en-US" smtClean="0"/>
              <a:pPr/>
              <a:t>6</a:t>
            </a:fld>
            <a:endParaRPr lang="en-US"/>
          </a:p>
        </p:txBody>
      </p:sp>
    </p:spTree>
    <p:extLst>
      <p:ext uri="{BB962C8B-B14F-4D97-AF65-F5344CB8AC3E}">
        <p14:creationId xmlns:p14="http://schemas.microsoft.com/office/powerpoint/2010/main" val="8535268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1026"/>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Arial Black" pitchFamily="34" charset="0"/>
                <a:ea typeface="PMingLiU" pitchFamily="18" charset="-120"/>
              </a:defRPr>
            </a:lvl1pPr>
            <a:lvl2pPr marL="742950" indent="-285750" eaLnBrk="0" hangingPunct="0">
              <a:defRPr kumimoji="1">
                <a:solidFill>
                  <a:schemeClr val="tx1"/>
                </a:solidFill>
                <a:latin typeface="Arial Black" pitchFamily="34" charset="0"/>
                <a:ea typeface="PMingLiU" pitchFamily="18" charset="-120"/>
              </a:defRPr>
            </a:lvl2pPr>
            <a:lvl3pPr marL="1143000" indent="-228600" eaLnBrk="0" hangingPunct="0">
              <a:defRPr kumimoji="1">
                <a:solidFill>
                  <a:schemeClr val="tx1"/>
                </a:solidFill>
                <a:latin typeface="Arial Black" pitchFamily="34" charset="0"/>
                <a:ea typeface="PMingLiU" pitchFamily="18" charset="-120"/>
              </a:defRPr>
            </a:lvl3pPr>
            <a:lvl4pPr marL="1600200" indent="-228600" eaLnBrk="0" hangingPunct="0">
              <a:defRPr kumimoji="1">
                <a:solidFill>
                  <a:schemeClr val="tx1"/>
                </a:solidFill>
                <a:latin typeface="Arial Black" pitchFamily="34" charset="0"/>
                <a:ea typeface="PMingLiU" pitchFamily="18" charset="-120"/>
              </a:defRPr>
            </a:lvl4pPr>
            <a:lvl5pPr marL="2057400" indent="-228600" eaLnBrk="0" hangingPunct="0">
              <a:defRPr kumimoji="1">
                <a:solidFill>
                  <a:schemeClr val="tx1"/>
                </a:solidFill>
                <a:latin typeface="Arial Black" pitchFamily="34" charset="0"/>
                <a:ea typeface="PMingLiU" pitchFamily="18" charset="-120"/>
              </a:defRPr>
            </a:lvl5pPr>
            <a:lvl6pPr marL="2514600" indent="-228600" eaLnBrk="0" fontAlgn="base" hangingPunct="0">
              <a:spcBef>
                <a:spcPct val="0"/>
              </a:spcBef>
              <a:spcAft>
                <a:spcPct val="0"/>
              </a:spcAft>
              <a:defRPr kumimoji="1">
                <a:solidFill>
                  <a:schemeClr val="tx1"/>
                </a:solidFill>
                <a:latin typeface="Arial Black" pitchFamily="34" charset="0"/>
                <a:ea typeface="PMingLiU" pitchFamily="18" charset="-120"/>
              </a:defRPr>
            </a:lvl6pPr>
            <a:lvl7pPr marL="2971800" indent="-228600" eaLnBrk="0" fontAlgn="base" hangingPunct="0">
              <a:spcBef>
                <a:spcPct val="0"/>
              </a:spcBef>
              <a:spcAft>
                <a:spcPct val="0"/>
              </a:spcAft>
              <a:defRPr kumimoji="1">
                <a:solidFill>
                  <a:schemeClr val="tx1"/>
                </a:solidFill>
                <a:latin typeface="Arial Black" pitchFamily="34" charset="0"/>
                <a:ea typeface="PMingLiU" pitchFamily="18" charset="-120"/>
              </a:defRPr>
            </a:lvl7pPr>
            <a:lvl8pPr marL="3429000" indent="-228600" eaLnBrk="0" fontAlgn="base" hangingPunct="0">
              <a:spcBef>
                <a:spcPct val="0"/>
              </a:spcBef>
              <a:spcAft>
                <a:spcPct val="0"/>
              </a:spcAft>
              <a:defRPr kumimoji="1">
                <a:solidFill>
                  <a:schemeClr val="tx1"/>
                </a:solidFill>
                <a:latin typeface="Arial Black" pitchFamily="34" charset="0"/>
                <a:ea typeface="PMingLiU" pitchFamily="18" charset="-120"/>
              </a:defRPr>
            </a:lvl8pPr>
            <a:lvl9pPr marL="3886200" indent="-228600" eaLnBrk="0" fontAlgn="base" hangingPunct="0">
              <a:spcBef>
                <a:spcPct val="0"/>
              </a:spcBef>
              <a:spcAft>
                <a:spcPct val="0"/>
              </a:spcAft>
              <a:defRPr kumimoji="1">
                <a:solidFill>
                  <a:schemeClr val="tx1"/>
                </a:solidFill>
                <a:latin typeface="Arial Black" pitchFamily="34" charset="0"/>
                <a:ea typeface="PMingLiU" pitchFamily="18" charset="-120"/>
              </a:defRPr>
            </a:lvl9pPr>
          </a:lstStyle>
          <a:p>
            <a:pPr eaLnBrk="1" hangingPunct="1"/>
            <a:r>
              <a:rPr lang="en-US">
                <a:latin typeface="Times New Roman" pitchFamily="18" charset="0"/>
              </a:rPr>
              <a:t>Engineering H192</a:t>
            </a:r>
          </a:p>
        </p:txBody>
      </p:sp>
      <p:sp>
        <p:nvSpPr>
          <p:cNvPr id="69635" name="Rectangle 1027"/>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Arial Black" pitchFamily="34" charset="0"/>
                <a:ea typeface="PMingLiU" pitchFamily="18" charset="-120"/>
              </a:defRPr>
            </a:lvl1pPr>
            <a:lvl2pPr marL="742950" indent="-285750" eaLnBrk="0" hangingPunct="0">
              <a:defRPr kumimoji="1">
                <a:solidFill>
                  <a:schemeClr val="tx1"/>
                </a:solidFill>
                <a:latin typeface="Arial Black" pitchFamily="34" charset="0"/>
                <a:ea typeface="PMingLiU" pitchFamily="18" charset="-120"/>
              </a:defRPr>
            </a:lvl2pPr>
            <a:lvl3pPr marL="1143000" indent="-228600" eaLnBrk="0" hangingPunct="0">
              <a:defRPr kumimoji="1">
                <a:solidFill>
                  <a:schemeClr val="tx1"/>
                </a:solidFill>
                <a:latin typeface="Arial Black" pitchFamily="34" charset="0"/>
                <a:ea typeface="PMingLiU" pitchFamily="18" charset="-120"/>
              </a:defRPr>
            </a:lvl3pPr>
            <a:lvl4pPr marL="1600200" indent="-228600" eaLnBrk="0" hangingPunct="0">
              <a:defRPr kumimoji="1">
                <a:solidFill>
                  <a:schemeClr val="tx1"/>
                </a:solidFill>
                <a:latin typeface="Arial Black" pitchFamily="34" charset="0"/>
                <a:ea typeface="PMingLiU" pitchFamily="18" charset="-120"/>
              </a:defRPr>
            </a:lvl4pPr>
            <a:lvl5pPr marL="2057400" indent="-228600" eaLnBrk="0" hangingPunct="0">
              <a:defRPr kumimoji="1">
                <a:solidFill>
                  <a:schemeClr val="tx1"/>
                </a:solidFill>
                <a:latin typeface="Arial Black" pitchFamily="34" charset="0"/>
                <a:ea typeface="PMingLiU" pitchFamily="18" charset="-120"/>
              </a:defRPr>
            </a:lvl5pPr>
            <a:lvl6pPr marL="2514600" indent="-228600" eaLnBrk="0" fontAlgn="base" hangingPunct="0">
              <a:spcBef>
                <a:spcPct val="0"/>
              </a:spcBef>
              <a:spcAft>
                <a:spcPct val="0"/>
              </a:spcAft>
              <a:defRPr kumimoji="1">
                <a:solidFill>
                  <a:schemeClr val="tx1"/>
                </a:solidFill>
                <a:latin typeface="Arial Black" pitchFamily="34" charset="0"/>
                <a:ea typeface="PMingLiU" pitchFamily="18" charset="-120"/>
              </a:defRPr>
            </a:lvl6pPr>
            <a:lvl7pPr marL="2971800" indent="-228600" eaLnBrk="0" fontAlgn="base" hangingPunct="0">
              <a:spcBef>
                <a:spcPct val="0"/>
              </a:spcBef>
              <a:spcAft>
                <a:spcPct val="0"/>
              </a:spcAft>
              <a:defRPr kumimoji="1">
                <a:solidFill>
                  <a:schemeClr val="tx1"/>
                </a:solidFill>
                <a:latin typeface="Arial Black" pitchFamily="34" charset="0"/>
                <a:ea typeface="PMingLiU" pitchFamily="18" charset="-120"/>
              </a:defRPr>
            </a:lvl7pPr>
            <a:lvl8pPr marL="3429000" indent="-228600" eaLnBrk="0" fontAlgn="base" hangingPunct="0">
              <a:spcBef>
                <a:spcPct val="0"/>
              </a:spcBef>
              <a:spcAft>
                <a:spcPct val="0"/>
              </a:spcAft>
              <a:defRPr kumimoji="1">
                <a:solidFill>
                  <a:schemeClr val="tx1"/>
                </a:solidFill>
                <a:latin typeface="Arial Black" pitchFamily="34" charset="0"/>
                <a:ea typeface="PMingLiU" pitchFamily="18" charset="-120"/>
              </a:defRPr>
            </a:lvl8pPr>
            <a:lvl9pPr marL="3886200" indent="-228600" eaLnBrk="0" fontAlgn="base" hangingPunct="0">
              <a:spcBef>
                <a:spcPct val="0"/>
              </a:spcBef>
              <a:spcAft>
                <a:spcPct val="0"/>
              </a:spcAft>
              <a:defRPr kumimoji="1">
                <a:solidFill>
                  <a:schemeClr val="tx1"/>
                </a:solidFill>
                <a:latin typeface="Arial Black" pitchFamily="34" charset="0"/>
                <a:ea typeface="PMingLiU" pitchFamily="18" charset="-120"/>
              </a:defRPr>
            </a:lvl9pPr>
          </a:lstStyle>
          <a:p>
            <a:pPr eaLnBrk="1" hangingPunct="1"/>
            <a:r>
              <a:rPr lang="en-US">
                <a:latin typeface="Times New Roman" pitchFamily="18" charset="0"/>
              </a:rPr>
              <a:t>Winter 2005</a:t>
            </a:r>
          </a:p>
        </p:txBody>
      </p:sp>
      <p:sp>
        <p:nvSpPr>
          <p:cNvPr id="69636" name="Rectangle 1030"/>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Arial Black" pitchFamily="34" charset="0"/>
                <a:ea typeface="PMingLiU" pitchFamily="18" charset="-120"/>
              </a:defRPr>
            </a:lvl1pPr>
            <a:lvl2pPr marL="742950" indent="-285750" eaLnBrk="0" hangingPunct="0">
              <a:defRPr kumimoji="1">
                <a:solidFill>
                  <a:schemeClr val="tx1"/>
                </a:solidFill>
                <a:latin typeface="Arial Black" pitchFamily="34" charset="0"/>
                <a:ea typeface="PMingLiU" pitchFamily="18" charset="-120"/>
              </a:defRPr>
            </a:lvl2pPr>
            <a:lvl3pPr marL="1143000" indent="-228600" eaLnBrk="0" hangingPunct="0">
              <a:defRPr kumimoji="1">
                <a:solidFill>
                  <a:schemeClr val="tx1"/>
                </a:solidFill>
                <a:latin typeface="Arial Black" pitchFamily="34" charset="0"/>
                <a:ea typeface="PMingLiU" pitchFamily="18" charset="-120"/>
              </a:defRPr>
            </a:lvl3pPr>
            <a:lvl4pPr marL="1600200" indent="-228600" eaLnBrk="0" hangingPunct="0">
              <a:defRPr kumimoji="1">
                <a:solidFill>
                  <a:schemeClr val="tx1"/>
                </a:solidFill>
                <a:latin typeface="Arial Black" pitchFamily="34" charset="0"/>
                <a:ea typeface="PMingLiU" pitchFamily="18" charset="-120"/>
              </a:defRPr>
            </a:lvl4pPr>
            <a:lvl5pPr marL="2057400" indent="-228600" eaLnBrk="0" hangingPunct="0">
              <a:defRPr kumimoji="1">
                <a:solidFill>
                  <a:schemeClr val="tx1"/>
                </a:solidFill>
                <a:latin typeface="Arial Black" pitchFamily="34" charset="0"/>
                <a:ea typeface="PMingLiU" pitchFamily="18" charset="-120"/>
              </a:defRPr>
            </a:lvl5pPr>
            <a:lvl6pPr marL="2514600" indent="-228600" eaLnBrk="0" fontAlgn="base" hangingPunct="0">
              <a:spcBef>
                <a:spcPct val="0"/>
              </a:spcBef>
              <a:spcAft>
                <a:spcPct val="0"/>
              </a:spcAft>
              <a:defRPr kumimoji="1">
                <a:solidFill>
                  <a:schemeClr val="tx1"/>
                </a:solidFill>
                <a:latin typeface="Arial Black" pitchFamily="34" charset="0"/>
                <a:ea typeface="PMingLiU" pitchFamily="18" charset="-120"/>
              </a:defRPr>
            </a:lvl6pPr>
            <a:lvl7pPr marL="2971800" indent="-228600" eaLnBrk="0" fontAlgn="base" hangingPunct="0">
              <a:spcBef>
                <a:spcPct val="0"/>
              </a:spcBef>
              <a:spcAft>
                <a:spcPct val="0"/>
              </a:spcAft>
              <a:defRPr kumimoji="1">
                <a:solidFill>
                  <a:schemeClr val="tx1"/>
                </a:solidFill>
                <a:latin typeface="Arial Black" pitchFamily="34" charset="0"/>
                <a:ea typeface="PMingLiU" pitchFamily="18" charset="-120"/>
              </a:defRPr>
            </a:lvl7pPr>
            <a:lvl8pPr marL="3429000" indent="-228600" eaLnBrk="0" fontAlgn="base" hangingPunct="0">
              <a:spcBef>
                <a:spcPct val="0"/>
              </a:spcBef>
              <a:spcAft>
                <a:spcPct val="0"/>
              </a:spcAft>
              <a:defRPr kumimoji="1">
                <a:solidFill>
                  <a:schemeClr val="tx1"/>
                </a:solidFill>
                <a:latin typeface="Arial Black" pitchFamily="34" charset="0"/>
                <a:ea typeface="PMingLiU" pitchFamily="18" charset="-120"/>
              </a:defRPr>
            </a:lvl8pPr>
            <a:lvl9pPr marL="3886200" indent="-228600" eaLnBrk="0" fontAlgn="base" hangingPunct="0">
              <a:spcBef>
                <a:spcPct val="0"/>
              </a:spcBef>
              <a:spcAft>
                <a:spcPct val="0"/>
              </a:spcAft>
              <a:defRPr kumimoji="1">
                <a:solidFill>
                  <a:schemeClr val="tx1"/>
                </a:solidFill>
                <a:latin typeface="Arial Black" pitchFamily="34" charset="0"/>
                <a:ea typeface="PMingLiU" pitchFamily="18" charset="-120"/>
              </a:defRPr>
            </a:lvl9pPr>
          </a:lstStyle>
          <a:p>
            <a:pPr eaLnBrk="1" hangingPunct="1"/>
            <a:r>
              <a:rPr lang="en-US">
                <a:latin typeface="Times New Roman" pitchFamily="18" charset="0"/>
              </a:rPr>
              <a:t>Lecture 25</a:t>
            </a:r>
          </a:p>
        </p:txBody>
      </p:sp>
      <p:sp>
        <p:nvSpPr>
          <p:cNvPr id="69637"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Arial Black" pitchFamily="34" charset="0"/>
                <a:ea typeface="PMingLiU" pitchFamily="18" charset="-120"/>
              </a:defRPr>
            </a:lvl1pPr>
            <a:lvl2pPr marL="742950" indent="-285750" eaLnBrk="0" hangingPunct="0">
              <a:defRPr kumimoji="1">
                <a:solidFill>
                  <a:schemeClr val="tx1"/>
                </a:solidFill>
                <a:latin typeface="Arial Black" pitchFamily="34" charset="0"/>
                <a:ea typeface="PMingLiU" pitchFamily="18" charset="-120"/>
              </a:defRPr>
            </a:lvl2pPr>
            <a:lvl3pPr marL="1143000" indent="-228600" eaLnBrk="0" hangingPunct="0">
              <a:defRPr kumimoji="1">
                <a:solidFill>
                  <a:schemeClr val="tx1"/>
                </a:solidFill>
                <a:latin typeface="Arial Black" pitchFamily="34" charset="0"/>
                <a:ea typeface="PMingLiU" pitchFamily="18" charset="-120"/>
              </a:defRPr>
            </a:lvl3pPr>
            <a:lvl4pPr marL="1600200" indent="-228600" eaLnBrk="0" hangingPunct="0">
              <a:defRPr kumimoji="1">
                <a:solidFill>
                  <a:schemeClr val="tx1"/>
                </a:solidFill>
                <a:latin typeface="Arial Black" pitchFamily="34" charset="0"/>
                <a:ea typeface="PMingLiU" pitchFamily="18" charset="-120"/>
              </a:defRPr>
            </a:lvl4pPr>
            <a:lvl5pPr marL="2057400" indent="-228600" eaLnBrk="0" hangingPunct="0">
              <a:defRPr kumimoji="1">
                <a:solidFill>
                  <a:schemeClr val="tx1"/>
                </a:solidFill>
                <a:latin typeface="Arial Black" pitchFamily="34" charset="0"/>
                <a:ea typeface="PMingLiU" pitchFamily="18" charset="-120"/>
              </a:defRPr>
            </a:lvl5pPr>
            <a:lvl6pPr marL="2514600" indent="-228600" eaLnBrk="0" fontAlgn="base" hangingPunct="0">
              <a:spcBef>
                <a:spcPct val="0"/>
              </a:spcBef>
              <a:spcAft>
                <a:spcPct val="0"/>
              </a:spcAft>
              <a:defRPr kumimoji="1">
                <a:solidFill>
                  <a:schemeClr val="tx1"/>
                </a:solidFill>
                <a:latin typeface="Arial Black" pitchFamily="34" charset="0"/>
                <a:ea typeface="PMingLiU" pitchFamily="18" charset="-120"/>
              </a:defRPr>
            </a:lvl6pPr>
            <a:lvl7pPr marL="2971800" indent="-228600" eaLnBrk="0" fontAlgn="base" hangingPunct="0">
              <a:spcBef>
                <a:spcPct val="0"/>
              </a:spcBef>
              <a:spcAft>
                <a:spcPct val="0"/>
              </a:spcAft>
              <a:defRPr kumimoji="1">
                <a:solidFill>
                  <a:schemeClr val="tx1"/>
                </a:solidFill>
                <a:latin typeface="Arial Black" pitchFamily="34" charset="0"/>
                <a:ea typeface="PMingLiU" pitchFamily="18" charset="-120"/>
              </a:defRPr>
            </a:lvl7pPr>
            <a:lvl8pPr marL="3429000" indent="-228600" eaLnBrk="0" fontAlgn="base" hangingPunct="0">
              <a:spcBef>
                <a:spcPct val="0"/>
              </a:spcBef>
              <a:spcAft>
                <a:spcPct val="0"/>
              </a:spcAft>
              <a:defRPr kumimoji="1">
                <a:solidFill>
                  <a:schemeClr val="tx1"/>
                </a:solidFill>
                <a:latin typeface="Arial Black" pitchFamily="34" charset="0"/>
                <a:ea typeface="PMingLiU" pitchFamily="18" charset="-120"/>
              </a:defRPr>
            </a:lvl8pPr>
            <a:lvl9pPr marL="3886200" indent="-228600" eaLnBrk="0" fontAlgn="base" hangingPunct="0">
              <a:spcBef>
                <a:spcPct val="0"/>
              </a:spcBef>
              <a:spcAft>
                <a:spcPct val="0"/>
              </a:spcAft>
              <a:defRPr kumimoji="1">
                <a:solidFill>
                  <a:schemeClr val="tx1"/>
                </a:solidFill>
                <a:latin typeface="Arial Black" pitchFamily="34" charset="0"/>
                <a:ea typeface="PMingLiU" pitchFamily="18" charset="-120"/>
              </a:defRPr>
            </a:lvl9pPr>
          </a:lstStyle>
          <a:p>
            <a:pPr eaLnBrk="1" hangingPunct="1"/>
            <a:fld id="{CD301F4F-74DE-4C9E-B4D4-625D33FAE94E}" type="slidenum">
              <a:rPr lang="en-US" smtClean="0">
                <a:latin typeface="Times New Roman" pitchFamily="18" charset="0"/>
              </a:rPr>
              <a:pPr eaLnBrk="1" hangingPunct="1"/>
              <a:t>10</a:t>
            </a:fld>
            <a:endParaRPr lang="en-US">
              <a:latin typeface="Times New Roman" pitchFamily="18" charset="0"/>
            </a:endParaRPr>
          </a:p>
        </p:txBody>
      </p:sp>
      <p:sp>
        <p:nvSpPr>
          <p:cNvPr id="69638" name="Rectangle 2"/>
          <p:cNvSpPr>
            <a:spLocks noGrp="1" noRot="1" noChangeAspect="1" noChangeArrowheads="1" noTextEdit="1"/>
          </p:cNvSpPr>
          <p:nvPr>
            <p:ph type="sldImg"/>
          </p:nvPr>
        </p:nvSpPr>
        <p:spPr>
          <a:ln/>
        </p:spPr>
      </p:sp>
      <p:sp>
        <p:nvSpPr>
          <p:cNvPr id="6963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Times New Roman" pitchFamily="18" charset="0"/>
              </a:rPr>
              <a:t>Instructor:</a:t>
            </a:r>
          </a:p>
          <a:p>
            <a:r>
              <a:rPr lang="en-US" dirty="0">
                <a:latin typeface="Times New Roman" pitchFamily="18" charset="0"/>
              </a:rPr>
              <a:t>On our system we should be employing the ANSI standard libraries with the correct compile command.</a:t>
            </a:r>
          </a:p>
          <a:p>
            <a:endParaRPr lang="en-US" dirty="0">
              <a:latin typeface="Times New Roman" pitchFamily="18" charset="0"/>
            </a:endParaRPr>
          </a:p>
          <a:p>
            <a:r>
              <a:rPr lang="en-US" dirty="0">
                <a:latin typeface="Times New Roman" pitchFamily="18" charset="0"/>
              </a:rPr>
              <a:t>#include &lt;iostream&gt;   and using namespace std;</a:t>
            </a:r>
          </a:p>
          <a:p>
            <a:endParaRPr lang="en-US" dirty="0">
              <a:latin typeface="Times New Roman" pitchFamily="18" charset="0"/>
            </a:endParaRPr>
          </a:p>
          <a:p>
            <a:r>
              <a:rPr lang="en-US" dirty="0">
                <a:latin typeface="Times New Roman" pitchFamily="18" charset="0"/>
              </a:rPr>
              <a:t>To use these, the usual compile command will not work.  We need to use the one shown here.</a:t>
            </a:r>
          </a:p>
        </p:txBody>
      </p:sp>
    </p:spTree>
    <p:extLst>
      <p:ext uri="{BB962C8B-B14F-4D97-AF65-F5344CB8AC3E}">
        <p14:creationId xmlns:p14="http://schemas.microsoft.com/office/powerpoint/2010/main" val="32892724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7CF1FBF-0552-4D3F-A619-A4C3C4503FBA}" type="datetime1">
              <a:rPr kumimoji="0" lang="en-US" sz="1200" b="0" i="0" u="none" strike="noStrike" kern="1200" cap="none" spc="0" normalizeH="0" baseline="0" noProof="0" smtClean="0">
                <a:ln>
                  <a:noFill/>
                </a:ln>
                <a:solidFill>
                  <a:prstClr val="black"/>
                </a:solidFill>
                <a:effectLst/>
                <a:uLnTx/>
                <a:uFillTx/>
                <a:latin typeface="Arial"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7/30/2024</a:t>
            </a:fld>
            <a:endParaRPr kumimoji="0" lang="en-US" sz="12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3686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26FB2577-BE7C-4BF3-9BF8-2B7087D8645F}" type="slidenum">
              <a:rPr kumimoji="0" lang="en-US" sz="1200" b="0" i="0" u="none" strike="noStrike" kern="1200" cap="none" spc="0" normalizeH="0" baseline="0" noProof="0" smtClean="0">
                <a:ln>
                  <a:noFill/>
                </a:ln>
                <a:solidFill>
                  <a:prstClr val="black"/>
                </a:solidFill>
                <a:effectLst/>
                <a:uLnTx/>
                <a:uFillTx/>
                <a:latin typeface="Arial"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36868" name="Rectangle 2"/>
          <p:cNvSpPr>
            <a:spLocks noGrp="1" noRot="1" noChangeAspect="1" noChangeArrowheads="1" noTextEdit="1"/>
          </p:cNvSpPr>
          <p:nvPr>
            <p:ph type="sldImg"/>
          </p:nvPr>
        </p:nvSpPr>
        <p:spPr>
          <a:ln/>
        </p:spPr>
      </p:sp>
      <p:sp>
        <p:nvSpPr>
          <p:cNvPr id="3686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Arial" pitchFamily="34" charset="0"/>
            </a:endParaRPr>
          </a:p>
        </p:txBody>
      </p:sp>
    </p:spTree>
    <p:extLst>
      <p:ext uri="{BB962C8B-B14F-4D97-AF65-F5344CB8AC3E}">
        <p14:creationId xmlns:p14="http://schemas.microsoft.com/office/powerpoint/2010/main" val="8416347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0658" name="Text Box 1"/>
          <p:cNvSpPr txBox="1">
            <a:spLocks noChangeArrowheads="1"/>
          </p:cNvSpPr>
          <p:nvPr/>
        </p:nvSpPr>
        <p:spPr bwMode="auto">
          <a:xfrm>
            <a:off x="1192213" y="877888"/>
            <a:ext cx="4473575" cy="3165475"/>
          </a:xfrm>
          <a:prstGeom prst="rect">
            <a:avLst/>
          </a:prstGeom>
          <a:solidFill>
            <a:srgbClr val="FFFFFF"/>
          </a:solidFill>
          <a:ln w="9360">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0184" tIns="40092" rIns="80184" bIns="40092" anchor="ctr"/>
          <a:lstStyle>
            <a:lvl1pPr eaLnBrk="0" hangingPunct="0">
              <a:defRPr kumimoji="1">
                <a:solidFill>
                  <a:schemeClr val="tx1"/>
                </a:solidFill>
                <a:latin typeface="Arial Black" pitchFamily="34" charset="0"/>
                <a:ea typeface="PMingLiU" pitchFamily="18" charset="-120"/>
              </a:defRPr>
            </a:lvl1pPr>
            <a:lvl2pPr marL="742950" indent="-285750" eaLnBrk="0" hangingPunct="0">
              <a:defRPr kumimoji="1">
                <a:solidFill>
                  <a:schemeClr val="tx1"/>
                </a:solidFill>
                <a:latin typeface="Arial Black" pitchFamily="34" charset="0"/>
                <a:ea typeface="PMingLiU" pitchFamily="18" charset="-120"/>
              </a:defRPr>
            </a:lvl2pPr>
            <a:lvl3pPr marL="1143000" indent="-228600" eaLnBrk="0" hangingPunct="0">
              <a:defRPr kumimoji="1">
                <a:solidFill>
                  <a:schemeClr val="tx1"/>
                </a:solidFill>
                <a:latin typeface="Arial Black" pitchFamily="34" charset="0"/>
                <a:ea typeface="PMingLiU" pitchFamily="18" charset="-120"/>
              </a:defRPr>
            </a:lvl3pPr>
            <a:lvl4pPr marL="1600200" indent="-228600" eaLnBrk="0" hangingPunct="0">
              <a:defRPr kumimoji="1">
                <a:solidFill>
                  <a:schemeClr val="tx1"/>
                </a:solidFill>
                <a:latin typeface="Arial Black" pitchFamily="34" charset="0"/>
                <a:ea typeface="PMingLiU" pitchFamily="18" charset="-120"/>
              </a:defRPr>
            </a:lvl4pPr>
            <a:lvl5pPr marL="2057400" indent="-228600" eaLnBrk="0" hangingPunct="0">
              <a:defRPr kumimoji="1">
                <a:solidFill>
                  <a:schemeClr val="tx1"/>
                </a:solidFill>
                <a:latin typeface="Arial Black" pitchFamily="34" charset="0"/>
                <a:ea typeface="PMingLiU" pitchFamily="18" charset="-120"/>
              </a:defRPr>
            </a:lvl5pPr>
            <a:lvl6pPr marL="2514600" indent="-228600" eaLnBrk="0" fontAlgn="base" hangingPunct="0">
              <a:spcBef>
                <a:spcPct val="0"/>
              </a:spcBef>
              <a:spcAft>
                <a:spcPct val="0"/>
              </a:spcAft>
              <a:defRPr kumimoji="1">
                <a:solidFill>
                  <a:schemeClr val="tx1"/>
                </a:solidFill>
                <a:latin typeface="Arial Black" pitchFamily="34" charset="0"/>
                <a:ea typeface="PMingLiU" pitchFamily="18" charset="-120"/>
              </a:defRPr>
            </a:lvl6pPr>
            <a:lvl7pPr marL="2971800" indent="-228600" eaLnBrk="0" fontAlgn="base" hangingPunct="0">
              <a:spcBef>
                <a:spcPct val="0"/>
              </a:spcBef>
              <a:spcAft>
                <a:spcPct val="0"/>
              </a:spcAft>
              <a:defRPr kumimoji="1">
                <a:solidFill>
                  <a:schemeClr val="tx1"/>
                </a:solidFill>
                <a:latin typeface="Arial Black" pitchFamily="34" charset="0"/>
                <a:ea typeface="PMingLiU" pitchFamily="18" charset="-120"/>
              </a:defRPr>
            </a:lvl7pPr>
            <a:lvl8pPr marL="3429000" indent="-228600" eaLnBrk="0" fontAlgn="base" hangingPunct="0">
              <a:spcBef>
                <a:spcPct val="0"/>
              </a:spcBef>
              <a:spcAft>
                <a:spcPct val="0"/>
              </a:spcAft>
              <a:defRPr kumimoji="1">
                <a:solidFill>
                  <a:schemeClr val="tx1"/>
                </a:solidFill>
                <a:latin typeface="Arial Black" pitchFamily="34" charset="0"/>
                <a:ea typeface="PMingLiU" pitchFamily="18" charset="-120"/>
              </a:defRPr>
            </a:lvl8pPr>
            <a:lvl9pPr marL="3886200" indent="-228600" eaLnBrk="0" fontAlgn="base" hangingPunct="0">
              <a:spcBef>
                <a:spcPct val="0"/>
              </a:spcBef>
              <a:spcAft>
                <a:spcPct val="0"/>
              </a:spcAft>
              <a:defRPr kumimoji="1">
                <a:solidFill>
                  <a:schemeClr val="tx1"/>
                </a:solidFill>
                <a:latin typeface="Arial Black" pitchFamily="34" charset="0"/>
                <a:ea typeface="PMingLiU" pitchFamily="18" charset="-120"/>
              </a:defRPr>
            </a:lvl9pPr>
          </a:lstStyle>
          <a:p>
            <a:pPr eaLnBrk="1" hangingPunct="1"/>
            <a:endParaRPr lang="en-US"/>
          </a:p>
        </p:txBody>
      </p:sp>
      <p:sp>
        <p:nvSpPr>
          <p:cNvPr id="70659" name="Rectangle 2"/>
          <p:cNvSpPr>
            <a:spLocks noGrp="1" noChangeArrowheads="1"/>
          </p:cNvSpPr>
          <p:nvPr>
            <p:ph type="body"/>
          </p:nvPr>
        </p:nvSpPr>
        <p:spPr>
          <a:xfrm>
            <a:off x="1062038" y="4349750"/>
            <a:ext cx="4724400" cy="34972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atin typeface="Times New Roman" pitchFamily="18" charset="0"/>
            </a:endParaRPr>
          </a:p>
        </p:txBody>
      </p:sp>
    </p:spTree>
    <p:extLst>
      <p:ext uri="{BB962C8B-B14F-4D97-AF65-F5344CB8AC3E}">
        <p14:creationId xmlns:p14="http://schemas.microsoft.com/office/powerpoint/2010/main" val="14690387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1026"/>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Arial Black" pitchFamily="34" charset="0"/>
                <a:ea typeface="PMingLiU" pitchFamily="18" charset="-120"/>
              </a:defRPr>
            </a:lvl1pPr>
            <a:lvl2pPr marL="742950" indent="-285750" eaLnBrk="0" hangingPunct="0">
              <a:defRPr kumimoji="1">
                <a:solidFill>
                  <a:schemeClr val="tx1"/>
                </a:solidFill>
                <a:latin typeface="Arial Black" pitchFamily="34" charset="0"/>
                <a:ea typeface="PMingLiU" pitchFamily="18" charset="-120"/>
              </a:defRPr>
            </a:lvl2pPr>
            <a:lvl3pPr marL="1143000" indent="-228600" eaLnBrk="0" hangingPunct="0">
              <a:defRPr kumimoji="1">
                <a:solidFill>
                  <a:schemeClr val="tx1"/>
                </a:solidFill>
                <a:latin typeface="Arial Black" pitchFamily="34" charset="0"/>
                <a:ea typeface="PMingLiU" pitchFamily="18" charset="-120"/>
              </a:defRPr>
            </a:lvl3pPr>
            <a:lvl4pPr marL="1600200" indent="-228600" eaLnBrk="0" hangingPunct="0">
              <a:defRPr kumimoji="1">
                <a:solidFill>
                  <a:schemeClr val="tx1"/>
                </a:solidFill>
                <a:latin typeface="Arial Black" pitchFamily="34" charset="0"/>
                <a:ea typeface="PMingLiU" pitchFamily="18" charset="-120"/>
              </a:defRPr>
            </a:lvl4pPr>
            <a:lvl5pPr marL="2057400" indent="-228600" eaLnBrk="0" hangingPunct="0">
              <a:defRPr kumimoji="1">
                <a:solidFill>
                  <a:schemeClr val="tx1"/>
                </a:solidFill>
                <a:latin typeface="Arial Black" pitchFamily="34" charset="0"/>
                <a:ea typeface="PMingLiU" pitchFamily="18" charset="-120"/>
              </a:defRPr>
            </a:lvl5pPr>
            <a:lvl6pPr marL="2514600" indent="-228600" eaLnBrk="0" fontAlgn="base" hangingPunct="0">
              <a:spcBef>
                <a:spcPct val="0"/>
              </a:spcBef>
              <a:spcAft>
                <a:spcPct val="0"/>
              </a:spcAft>
              <a:defRPr kumimoji="1">
                <a:solidFill>
                  <a:schemeClr val="tx1"/>
                </a:solidFill>
                <a:latin typeface="Arial Black" pitchFamily="34" charset="0"/>
                <a:ea typeface="PMingLiU" pitchFamily="18" charset="-120"/>
              </a:defRPr>
            </a:lvl6pPr>
            <a:lvl7pPr marL="2971800" indent="-228600" eaLnBrk="0" fontAlgn="base" hangingPunct="0">
              <a:spcBef>
                <a:spcPct val="0"/>
              </a:spcBef>
              <a:spcAft>
                <a:spcPct val="0"/>
              </a:spcAft>
              <a:defRPr kumimoji="1">
                <a:solidFill>
                  <a:schemeClr val="tx1"/>
                </a:solidFill>
                <a:latin typeface="Arial Black" pitchFamily="34" charset="0"/>
                <a:ea typeface="PMingLiU" pitchFamily="18" charset="-120"/>
              </a:defRPr>
            </a:lvl7pPr>
            <a:lvl8pPr marL="3429000" indent="-228600" eaLnBrk="0" fontAlgn="base" hangingPunct="0">
              <a:spcBef>
                <a:spcPct val="0"/>
              </a:spcBef>
              <a:spcAft>
                <a:spcPct val="0"/>
              </a:spcAft>
              <a:defRPr kumimoji="1">
                <a:solidFill>
                  <a:schemeClr val="tx1"/>
                </a:solidFill>
                <a:latin typeface="Arial Black" pitchFamily="34" charset="0"/>
                <a:ea typeface="PMingLiU" pitchFamily="18" charset="-120"/>
              </a:defRPr>
            </a:lvl8pPr>
            <a:lvl9pPr marL="3886200" indent="-228600" eaLnBrk="0" fontAlgn="base" hangingPunct="0">
              <a:spcBef>
                <a:spcPct val="0"/>
              </a:spcBef>
              <a:spcAft>
                <a:spcPct val="0"/>
              </a:spcAft>
              <a:defRPr kumimoji="1">
                <a:solidFill>
                  <a:schemeClr val="tx1"/>
                </a:solidFill>
                <a:latin typeface="Arial Black" pitchFamily="34" charset="0"/>
                <a:ea typeface="PMingLiU" pitchFamily="18" charset="-120"/>
              </a:defRPr>
            </a:lvl9pPr>
          </a:lstStyle>
          <a:p>
            <a:pPr eaLnBrk="1" hangingPunct="1"/>
            <a:r>
              <a:rPr lang="en-US">
                <a:latin typeface="Times New Roman" pitchFamily="18" charset="0"/>
              </a:rPr>
              <a:t>Engineering H192</a:t>
            </a:r>
          </a:p>
        </p:txBody>
      </p:sp>
      <p:sp>
        <p:nvSpPr>
          <p:cNvPr id="71683" name="Rectangle 1027"/>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Arial Black" pitchFamily="34" charset="0"/>
                <a:ea typeface="PMingLiU" pitchFamily="18" charset="-120"/>
              </a:defRPr>
            </a:lvl1pPr>
            <a:lvl2pPr marL="742950" indent="-285750" eaLnBrk="0" hangingPunct="0">
              <a:defRPr kumimoji="1">
                <a:solidFill>
                  <a:schemeClr val="tx1"/>
                </a:solidFill>
                <a:latin typeface="Arial Black" pitchFamily="34" charset="0"/>
                <a:ea typeface="PMingLiU" pitchFamily="18" charset="-120"/>
              </a:defRPr>
            </a:lvl2pPr>
            <a:lvl3pPr marL="1143000" indent="-228600" eaLnBrk="0" hangingPunct="0">
              <a:defRPr kumimoji="1">
                <a:solidFill>
                  <a:schemeClr val="tx1"/>
                </a:solidFill>
                <a:latin typeface="Arial Black" pitchFamily="34" charset="0"/>
                <a:ea typeface="PMingLiU" pitchFamily="18" charset="-120"/>
              </a:defRPr>
            </a:lvl3pPr>
            <a:lvl4pPr marL="1600200" indent="-228600" eaLnBrk="0" hangingPunct="0">
              <a:defRPr kumimoji="1">
                <a:solidFill>
                  <a:schemeClr val="tx1"/>
                </a:solidFill>
                <a:latin typeface="Arial Black" pitchFamily="34" charset="0"/>
                <a:ea typeface="PMingLiU" pitchFamily="18" charset="-120"/>
              </a:defRPr>
            </a:lvl4pPr>
            <a:lvl5pPr marL="2057400" indent="-228600" eaLnBrk="0" hangingPunct="0">
              <a:defRPr kumimoji="1">
                <a:solidFill>
                  <a:schemeClr val="tx1"/>
                </a:solidFill>
                <a:latin typeface="Arial Black" pitchFamily="34" charset="0"/>
                <a:ea typeface="PMingLiU" pitchFamily="18" charset="-120"/>
              </a:defRPr>
            </a:lvl5pPr>
            <a:lvl6pPr marL="2514600" indent="-228600" eaLnBrk="0" fontAlgn="base" hangingPunct="0">
              <a:spcBef>
                <a:spcPct val="0"/>
              </a:spcBef>
              <a:spcAft>
                <a:spcPct val="0"/>
              </a:spcAft>
              <a:defRPr kumimoji="1">
                <a:solidFill>
                  <a:schemeClr val="tx1"/>
                </a:solidFill>
                <a:latin typeface="Arial Black" pitchFamily="34" charset="0"/>
                <a:ea typeface="PMingLiU" pitchFamily="18" charset="-120"/>
              </a:defRPr>
            </a:lvl6pPr>
            <a:lvl7pPr marL="2971800" indent="-228600" eaLnBrk="0" fontAlgn="base" hangingPunct="0">
              <a:spcBef>
                <a:spcPct val="0"/>
              </a:spcBef>
              <a:spcAft>
                <a:spcPct val="0"/>
              </a:spcAft>
              <a:defRPr kumimoji="1">
                <a:solidFill>
                  <a:schemeClr val="tx1"/>
                </a:solidFill>
                <a:latin typeface="Arial Black" pitchFamily="34" charset="0"/>
                <a:ea typeface="PMingLiU" pitchFamily="18" charset="-120"/>
              </a:defRPr>
            </a:lvl7pPr>
            <a:lvl8pPr marL="3429000" indent="-228600" eaLnBrk="0" fontAlgn="base" hangingPunct="0">
              <a:spcBef>
                <a:spcPct val="0"/>
              </a:spcBef>
              <a:spcAft>
                <a:spcPct val="0"/>
              </a:spcAft>
              <a:defRPr kumimoji="1">
                <a:solidFill>
                  <a:schemeClr val="tx1"/>
                </a:solidFill>
                <a:latin typeface="Arial Black" pitchFamily="34" charset="0"/>
                <a:ea typeface="PMingLiU" pitchFamily="18" charset="-120"/>
              </a:defRPr>
            </a:lvl8pPr>
            <a:lvl9pPr marL="3886200" indent="-228600" eaLnBrk="0" fontAlgn="base" hangingPunct="0">
              <a:spcBef>
                <a:spcPct val="0"/>
              </a:spcBef>
              <a:spcAft>
                <a:spcPct val="0"/>
              </a:spcAft>
              <a:defRPr kumimoji="1">
                <a:solidFill>
                  <a:schemeClr val="tx1"/>
                </a:solidFill>
                <a:latin typeface="Arial Black" pitchFamily="34" charset="0"/>
                <a:ea typeface="PMingLiU" pitchFamily="18" charset="-120"/>
              </a:defRPr>
            </a:lvl9pPr>
          </a:lstStyle>
          <a:p>
            <a:pPr eaLnBrk="1" hangingPunct="1"/>
            <a:r>
              <a:rPr lang="en-US">
                <a:latin typeface="Times New Roman" pitchFamily="18" charset="0"/>
              </a:rPr>
              <a:t>Winter 2005</a:t>
            </a:r>
          </a:p>
        </p:txBody>
      </p:sp>
      <p:sp>
        <p:nvSpPr>
          <p:cNvPr id="71684" name="Rectangle 1030"/>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Arial Black" pitchFamily="34" charset="0"/>
                <a:ea typeface="PMingLiU" pitchFamily="18" charset="-120"/>
              </a:defRPr>
            </a:lvl1pPr>
            <a:lvl2pPr marL="742950" indent="-285750" eaLnBrk="0" hangingPunct="0">
              <a:defRPr kumimoji="1">
                <a:solidFill>
                  <a:schemeClr val="tx1"/>
                </a:solidFill>
                <a:latin typeface="Arial Black" pitchFamily="34" charset="0"/>
                <a:ea typeface="PMingLiU" pitchFamily="18" charset="-120"/>
              </a:defRPr>
            </a:lvl2pPr>
            <a:lvl3pPr marL="1143000" indent="-228600" eaLnBrk="0" hangingPunct="0">
              <a:defRPr kumimoji="1">
                <a:solidFill>
                  <a:schemeClr val="tx1"/>
                </a:solidFill>
                <a:latin typeface="Arial Black" pitchFamily="34" charset="0"/>
                <a:ea typeface="PMingLiU" pitchFamily="18" charset="-120"/>
              </a:defRPr>
            </a:lvl3pPr>
            <a:lvl4pPr marL="1600200" indent="-228600" eaLnBrk="0" hangingPunct="0">
              <a:defRPr kumimoji="1">
                <a:solidFill>
                  <a:schemeClr val="tx1"/>
                </a:solidFill>
                <a:latin typeface="Arial Black" pitchFamily="34" charset="0"/>
                <a:ea typeface="PMingLiU" pitchFamily="18" charset="-120"/>
              </a:defRPr>
            </a:lvl4pPr>
            <a:lvl5pPr marL="2057400" indent="-228600" eaLnBrk="0" hangingPunct="0">
              <a:defRPr kumimoji="1">
                <a:solidFill>
                  <a:schemeClr val="tx1"/>
                </a:solidFill>
                <a:latin typeface="Arial Black" pitchFamily="34" charset="0"/>
                <a:ea typeface="PMingLiU" pitchFamily="18" charset="-120"/>
              </a:defRPr>
            </a:lvl5pPr>
            <a:lvl6pPr marL="2514600" indent="-228600" eaLnBrk="0" fontAlgn="base" hangingPunct="0">
              <a:spcBef>
                <a:spcPct val="0"/>
              </a:spcBef>
              <a:spcAft>
                <a:spcPct val="0"/>
              </a:spcAft>
              <a:defRPr kumimoji="1">
                <a:solidFill>
                  <a:schemeClr val="tx1"/>
                </a:solidFill>
                <a:latin typeface="Arial Black" pitchFamily="34" charset="0"/>
                <a:ea typeface="PMingLiU" pitchFamily="18" charset="-120"/>
              </a:defRPr>
            </a:lvl6pPr>
            <a:lvl7pPr marL="2971800" indent="-228600" eaLnBrk="0" fontAlgn="base" hangingPunct="0">
              <a:spcBef>
                <a:spcPct val="0"/>
              </a:spcBef>
              <a:spcAft>
                <a:spcPct val="0"/>
              </a:spcAft>
              <a:defRPr kumimoji="1">
                <a:solidFill>
                  <a:schemeClr val="tx1"/>
                </a:solidFill>
                <a:latin typeface="Arial Black" pitchFamily="34" charset="0"/>
                <a:ea typeface="PMingLiU" pitchFamily="18" charset="-120"/>
              </a:defRPr>
            </a:lvl7pPr>
            <a:lvl8pPr marL="3429000" indent="-228600" eaLnBrk="0" fontAlgn="base" hangingPunct="0">
              <a:spcBef>
                <a:spcPct val="0"/>
              </a:spcBef>
              <a:spcAft>
                <a:spcPct val="0"/>
              </a:spcAft>
              <a:defRPr kumimoji="1">
                <a:solidFill>
                  <a:schemeClr val="tx1"/>
                </a:solidFill>
                <a:latin typeface="Arial Black" pitchFamily="34" charset="0"/>
                <a:ea typeface="PMingLiU" pitchFamily="18" charset="-120"/>
              </a:defRPr>
            </a:lvl8pPr>
            <a:lvl9pPr marL="3886200" indent="-228600" eaLnBrk="0" fontAlgn="base" hangingPunct="0">
              <a:spcBef>
                <a:spcPct val="0"/>
              </a:spcBef>
              <a:spcAft>
                <a:spcPct val="0"/>
              </a:spcAft>
              <a:defRPr kumimoji="1">
                <a:solidFill>
                  <a:schemeClr val="tx1"/>
                </a:solidFill>
                <a:latin typeface="Arial Black" pitchFamily="34" charset="0"/>
                <a:ea typeface="PMingLiU" pitchFamily="18" charset="-120"/>
              </a:defRPr>
            </a:lvl9pPr>
          </a:lstStyle>
          <a:p>
            <a:pPr eaLnBrk="1" hangingPunct="1"/>
            <a:r>
              <a:rPr lang="en-US">
                <a:latin typeface="Times New Roman" pitchFamily="18" charset="0"/>
              </a:rPr>
              <a:t>Lecture 25</a:t>
            </a:r>
          </a:p>
        </p:txBody>
      </p:sp>
      <p:sp>
        <p:nvSpPr>
          <p:cNvPr id="71685"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Arial Black" pitchFamily="34" charset="0"/>
                <a:ea typeface="PMingLiU" pitchFamily="18" charset="-120"/>
              </a:defRPr>
            </a:lvl1pPr>
            <a:lvl2pPr marL="742950" indent="-285750" eaLnBrk="0" hangingPunct="0">
              <a:defRPr kumimoji="1">
                <a:solidFill>
                  <a:schemeClr val="tx1"/>
                </a:solidFill>
                <a:latin typeface="Arial Black" pitchFamily="34" charset="0"/>
                <a:ea typeface="PMingLiU" pitchFamily="18" charset="-120"/>
              </a:defRPr>
            </a:lvl2pPr>
            <a:lvl3pPr marL="1143000" indent="-228600" eaLnBrk="0" hangingPunct="0">
              <a:defRPr kumimoji="1">
                <a:solidFill>
                  <a:schemeClr val="tx1"/>
                </a:solidFill>
                <a:latin typeface="Arial Black" pitchFamily="34" charset="0"/>
                <a:ea typeface="PMingLiU" pitchFamily="18" charset="-120"/>
              </a:defRPr>
            </a:lvl3pPr>
            <a:lvl4pPr marL="1600200" indent="-228600" eaLnBrk="0" hangingPunct="0">
              <a:defRPr kumimoji="1">
                <a:solidFill>
                  <a:schemeClr val="tx1"/>
                </a:solidFill>
                <a:latin typeface="Arial Black" pitchFamily="34" charset="0"/>
                <a:ea typeface="PMingLiU" pitchFamily="18" charset="-120"/>
              </a:defRPr>
            </a:lvl4pPr>
            <a:lvl5pPr marL="2057400" indent="-228600" eaLnBrk="0" hangingPunct="0">
              <a:defRPr kumimoji="1">
                <a:solidFill>
                  <a:schemeClr val="tx1"/>
                </a:solidFill>
                <a:latin typeface="Arial Black" pitchFamily="34" charset="0"/>
                <a:ea typeface="PMingLiU" pitchFamily="18" charset="-120"/>
              </a:defRPr>
            </a:lvl5pPr>
            <a:lvl6pPr marL="2514600" indent="-228600" eaLnBrk="0" fontAlgn="base" hangingPunct="0">
              <a:spcBef>
                <a:spcPct val="0"/>
              </a:spcBef>
              <a:spcAft>
                <a:spcPct val="0"/>
              </a:spcAft>
              <a:defRPr kumimoji="1">
                <a:solidFill>
                  <a:schemeClr val="tx1"/>
                </a:solidFill>
                <a:latin typeface="Arial Black" pitchFamily="34" charset="0"/>
                <a:ea typeface="PMingLiU" pitchFamily="18" charset="-120"/>
              </a:defRPr>
            </a:lvl6pPr>
            <a:lvl7pPr marL="2971800" indent="-228600" eaLnBrk="0" fontAlgn="base" hangingPunct="0">
              <a:spcBef>
                <a:spcPct val="0"/>
              </a:spcBef>
              <a:spcAft>
                <a:spcPct val="0"/>
              </a:spcAft>
              <a:defRPr kumimoji="1">
                <a:solidFill>
                  <a:schemeClr val="tx1"/>
                </a:solidFill>
                <a:latin typeface="Arial Black" pitchFamily="34" charset="0"/>
                <a:ea typeface="PMingLiU" pitchFamily="18" charset="-120"/>
              </a:defRPr>
            </a:lvl7pPr>
            <a:lvl8pPr marL="3429000" indent="-228600" eaLnBrk="0" fontAlgn="base" hangingPunct="0">
              <a:spcBef>
                <a:spcPct val="0"/>
              </a:spcBef>
              <a:spcAft>
                <a:spcPct val="0"/>
              </a:spcAft>
              <a:defRPr kumimoji="1">
                <a:solidFill>
                  <a:schemeClr val="tx1"/>
                </a:solidFill>
                <a:latin typeface="Arial Black" pitchFamily="34" charset="0"/>
                <a:ea typeface="PMingLiU" pitchFamily="18" charset="-120"/>
              </a:defRPr>
            </a:lvl8pPr>
            <a:lvl9pPr marL="3886200" indent="-228600" eaLnBrk="0" fontAlgn="base" hangingPunct="0">
              <a:spcBef>
                <a:spcPct val="0"/>
              </a:spcBef>
              <a:spcAft>
                <a:spcPct val="0"/>
              </a:spcAft>
              <a:defRPr kumimoji="1">
                <a:solidFill>
                  <a:schemeClr val="tx1"/>
                </a:solidFill>
                <a:latin typeface="Arial Black" pitchFamily="34" charset="0"/>
                <a:ea typeface="PMingLiU" pitchFamily="18" charset="-120"/>
              </a:defRPr>
            </a:lvl9pPr>
          </a:lstStyle>
          <a:p>
            <a:pPr eaLnBrk="1" hangingPunct="1"/>
            <a:fld id="{821D534D-D257-46F0-AF4E-985098BAABEF}" type="slidenum">
              <a:rPr lang="en-US" smtClean="0">
                <a:latin typeface="Times New Roman" pitchFamily="18" charset="0"/>
              </a:rPr>
              <a:pPr eaLnBrk="1" hangingPunct="1"/>
              <a:t>18</a:t>
            </a:fld>
            <a:endParaRPr lang="en-US">
              <a:latin typeface="Times New Roman" pitchFamily="18" charset="0"/>
            </a:endParaRPr>
          </a:p>
        </p:txBody>
      </p:sp>
      <p:sp>
        <p:nvSpPr>
          <p:cNvPr id="71686" name="Rectangle 2"/>
          <p:cNvSpPr>
            <a:spLocks noGrp="1" noRot="1" noChangeAspect="1" noChangeArrowheads="1" noTextEdit="1"/>
          </p:cNvSpPr>
          <p:nvPr>
            <p:ph type="sldImg"/>
          </p:nvPr>
        </p:nvSpPr>
        <p:spPr>
          <a:ln/>
        </p:spPr>
      </p:sp>
      <p:sp>
        <p:nvSpPr>
          <p:cNvPr id="7168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z="1000">
              <a:latin typeface="Times New Roman" pitchFamily="18" charset="0"/>
            </a:endParaRPr>
          </a:p>
          <a:p>
            <a:r>
              <a:rPr lang="en-US" sz="1000">
                <a:latin typeface="Times New Roman" pitchFamily="18" charset="0"/>
              </a:rPr>
              <a:t>Instructor notes:</a:t>
            </a:r>
          </a:p>
          <a:p>
            <a:endParaRPr lang="en-US" sz="1000">
              <a:latin typeface="Times New Roman" pitchFamily="18" charset="0"/>
            </a:endParaRPr>
          </a:p>
          <a:p>
            <a:r>
              <a:rPr lang="en-US" sz="1000">
                <a:latin typeface="Times New Roman" pitchFamily="18" charset="0"/>
              </a:rPr>
              <a:t>We now begin the migration from I/O in C to I/O in C++.  A reminder that because C++ is a </a:t>
            </a:r>
            <a:r>
              <a:rPr lang="en-US" sz="1000" b="1">
                <a:latin typeface="Times New Roman" pitchFamily="18" charset="0"/>
              </a:rPr>
              <a:t>superset</a:t>
            </a:r>
            <a:r>
              <a:rPr lang="en-US" sz="1000">
                <a:latin typeface="Times New Roman" pitchFamily="18" charset="0"/>
              </a:rPr>
              <a:t> of C, all of the I/O functions that we have been using, such as printf and scanf which are found in the stdio.h header file, are still valid in C++.</a:t>
            </a:r>
          </a:p>
          <a:p>
            <a:endParaRPr lang="en-US" sz="1000">
              <a:latin typeface="Times New Roman" pitchFamily="18" charset="0"/>
            </a:endParaRPr>
          </a:p>
          <a:p>
            <a:r>
              <a:rPr lang="en-US" sz="1000">
                <a:latin typeface="Times New Roman" pitchFamily="18" charset="0"/>
              </a:rPr>
              <a:t>C++ does provide alternative means of performing I/O on streams using the iostream header file.  To take advantage of these stream I/O features we will need to include the iostream header file as described on this slide.  To be completely ANSI compliant, we should also indicate that we are using the standard namespace “std” by including </a:t>
            </a:r>
            <a:r>
              <a:rPr lang="en-US" sz="1000" b="1">
                <a:latin typeface="Times New Roman" pitchFamily="18" charset="0"/>
              </a:rPr>
              <a:t>using namespace std;</a:t>
            </a:r>
            <a:r>
              <a:rPr lang="en-US" sz="1000">
                <a:latin typeface="Times New Roman" pitchFamily="18" charset="0"/>
              </a:rPr>
              <a:t>  A namespace is a way of dividing the global space into subsections so that there are not conflicts with variables of the same name.  Obviously this would be more of a problem on a very large project with many people writing software.  All of the standard functions have been set up inside of the namespace “std”.  If we do not declare that we are using the std namespace, then technically when we use any of the functions, such as cout and cin, we should prefix them with std:: to indicate that they come from the standard namespace.  By indicating that we are using the standard namespace, we can use these functions without the prefix.  Many compilers will allow us to get away with using the non-prefixed functions without having declared that we are using the standard namespace, but in a strictly ANSI compliant sense, we should indicate that we are using the standard namespace.</a:t>
            </a:r>
          </a:p>
        </p:txBody>
      </p:sp>
    </p:spTree>
    <p:extLst>
      <p:ext uri="{BB962C8B-B14F-4D97-AF65-F5344CB8AC3E}">
        <p14:creationId xmlns:p14="http://schemas.microsoft.com/office/powerpoint/2010/main" val="24295160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1026"/>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Arial Black" pitchFamily="34" charset="0"/>
                <a:ea typeface="PMingLiU" pitchFamily="18" charset="-120"/>
              </a:defRPr>
            </a:lvl1pPr>
            <a:lvl2pPr marL="742950" indent="-285750" eaLnBrk="0" hangingPunct="0">
              <a:defRPr kumimoji="1">
                <a:solidFill>
                  <a:schemeClr val="tx1"/>
                </a:solidFill>
                <a:latin typeface="Arial Black" pitchFamily="34" charset="0"/>
                <a:ea typeface="PMingLiU" pitchFamily="18" charset="-120"/>
              </a:defRPr>
            </a:lvl2pPr>
            <a:lvl3pPr marL="1143000" indent="-228600" eaLnBrk="0" hangingPunct="0">
              <a:defRPr kumimoji="1">
                <a:solidFill>
                  <a:schemeClr val="tx1"/>
                </a:solidFill>
                <a:latin typeface="Arial Black" pitchFamily="34" charset="0"/>
                <a:ea typeface="PMingLiU" pitchFamily="18" charset="-120"/>
              </a:defRPr>
            </a:lvl3pPr>
            <a:lvl4pPr marL="1600200" indent="-228600" eaLnBrk="0" hangingPunct="0">
              <a:defRPr kumimoji="1">
                <a:solidFill>
                  <a:schemeClr val="tx1"/>
                </a:solidFill>
                <a:latin typeface="Arial Black" pitchFamily="34" charset="0"/>
                <a:ea typeface="PMingLiU" pitchFamily="18" charset="-120"/>
              </a:defRPr>
            </a:lvl4pPr>
            <a:lvl5pPr marL="2057400" indent="-228600" eaLnBrk="0" hangingPunct="0">
              <a:defRPr kumimoji="1">
                <a:solidFill>
                  <a:schemeClr val="tx1"/>
                </a:solidFill>
                <a:latin typeface="Arial Black" pitchFamily="34" charset="0"/>
                <a:ea typeface="PMingLiU" pitchFamily="18" charset="-120"/>
              </a:defRPr>
            </a:lvl5pPr>
            <a:lvl6pPr marL="2514600" indent="-228600" eaLnBrk="0" fontAlgn="base" hangingPunct="0">
              <a:spcBef>
                <a:spcPct val="0"/>
              </a:spcBef>
              <a:spcAft>
                <a:spcPct val="0"/>
              </a:spcAft>
              <a:defRPr kumimoji="1">
                <a:solidFill>
                  <a:schemeClr val="tx1"/>
                </a:solidFill>
                <a:latin typeface="Arial Black" pitchFamily="34" charset="0"/>
                <a:ea typeface="PMingLiU" pitchFamily="18" charset="-120"/>
              </a:defRPr>
            </a:lvl6pPr>
            <a:lvl7pPr marL="2971800" indent="-228600" eaLnBrk="0" fontAlgn="base" hangingPunct="0">
              <a:spcBef>
                <a:spcPct val="0"/>
              </a:spcBef>
              <a:spcAft>
                <a:spcPct val="0"/>
              </a:spcAft>
              <a:defRPr kumimoji="1">
                <a:solidFill>
                  <a:schemeClr val="tx1"/>
                </a:solidFill>
                <a:latin typeface="Arial Black" pitchFamily="34" charset="0"/>
                <a:ea typeface="PMingLiU" pitchFamily="18" charset="-120"/>
              </a:defRPr>
            </a:lvl7pPr>
            <a:lvl8pPr marL="3429000" indent="-228600" eaLnBrk="0" fontAlgn="base" hangingPunct="0">
              <a:spcBef>
                <a:spcPct val="0"/>
              </a:spcBef>
              <a:spcAft>
                <a:spcPct val="0"/>
              </a:spcAft>
              <a:defRPr kumimoji="1">
                <a:solidFill>
                  <a:schemeClr val="tx1"/>
                </a:solidFill>
                <a:latin typeface="Arial Black" pitchFamily="34" charset="0"/>
                <a:ea typeface="PMingLiU" pitchFamily="18" charset="-120"/>
              </a:defRPr>
            </a:lvl8pPr>
            <a:lvl9pPr marL="3886200" indent="-228600" eaLnBrk="0" fontAlgn="base" hangingPunct="0">
              <a:spcBef>
                <a:spcPct val="0"/>
              </a:spcBef>
              <a:spcAft>
                <a:spcPct val="0"/>
              </a:spcAft>
              <a:defRPr kumimoji="1">
                <a:solidFill>
                  <a:schemeClr val="tx1"/>
                </a:solidFill>
                <a:latin typeface="Arial Black" pitchFamily="34" charset="0"/>
                <a:ea typeface="PMingLiU" pitchFamily="18" charset="-120"/>
              </a:defRPr>
            </a:lvl9pPr>
          </a:lstStyle>
          <a:p>
            <a:pPr eaLnBrk="1" hangingPunct="1"/>
            <a:r>
              <a:rPr lang="en-US">
                <a:latin typeface="Times New Roman" pitchFamily="18" charset="0"/>
              </a:rPr>
              <a:t>Engineering H192</a:t>
            </a:r>
          </a:p>
        </p:txBody>
      </p:sp>
      <p:sp>
        <p:nvSpPr>
          <p:cNvPr id="72707" name="Rectangle 1027"/>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Arial Black" pitchFamily="34" charset="0"/>
                <a:ea typeface="PMingLiU" pitchFamily="18" charset="-120"/>
              </a:defRPr>
            </a:lvl1pPr>
            <a:lvl2pPr marL="742950" indent="-285750" eaLnBrk="0" hangingPunct="0">
              <a:defRPr kumimoji="1">
                <a:solidFill>
                  <a:schemeClr val="tx1"/>
                </a:solidFill>
                <a:latin typeface="Arial Black" pitchFamily="34" charset="0"/>
                <a:ea typeface="PMingLiU" pitchFamily="18" charset="-120"/>
              </a:defRPr>
            </a:lvl2pPr>
            <a:lvl3pPr marL="1143000" indent="-228600" eaLnBrk="0" hangingPunct="0">
              <a:defRPr kumimoji="1">
                <a:solidFill>
                  <a:schemeClr val="tx1"/>
                </a:solidFill>
                <a:latin typeface="Arial Black" pitchFamily="34" charset="0"/>
                <a:ea typeface="PMingLiU" pitchFamily="18" charset="-120"/>
              </a:defRPr>
            </a:lvl3pPr>
            <a:lvl4pPr marL="1600200" indent="-228600" eaLnBrk="0" hangingPunct="0">
              <a:defRPr kumimoji="1">
                <a:solidFill>
                  <a:schemeClr val="tx1"/>
                </a:solidFill>
                <a:latin typeface="Arial Black" pitchFamily="34" charset="0"/>
                <a:ea typeface="PMingLiU" pitchFamily="18" charset="-120"/>
              </a:defRPr>
            </a:lvl4pPr>
            <a:lvl5pPr marL="2057400" indent="-228600" eaLnBrk="0" hangingPunct="0">
              <a:defRPr kumimoji="1">
                <a:solidFill>
                  <a:schemeClr val="tx1"/>
                </a:solidFill>
                <a:latin typeface="Arial Black" pitchFamily="34" charset="0"/>
                <a:ea typeface="PMingLiU" pitchFamily="18" charset="-120"/>
              </a:defRPr>
            </a:lvl5pPr>
            <a:lvl6pPr marL="2514600" indent="-228600" eaLnBrk="0" fontAlgn="base" hangingPunct="0">
              <a:spcBef>
                <a:spcPct val="0"/>
              </a:spcBef>
              <a:spcAft>
                <a:spcPct val="0"/>
              </a:spcAft>
              <a:defRPr kumimoji="1">
                <a:solidFill>
                  <a:schemeClr val="tx1"/>
                </a:solidFill>
                <a:latin typeface="Arial Black" pitchFamily="34" charset="0"/>
                <a:ea typeface="PMingLiU" pitchFamily="18" charset="-120"/>
              </a:defRPr>
            </a:lvl6pPr>
            <a:lvl7pPr marL="2971800" indent="-228600" eaLnBrk="0" fontAlgn="base" hangingPunct="0">
              <a:spcBef>
                <a:spcPct val="0"/>
              </a:spcBef>
              <a:spcAft>
                <a:spcPct val="0"/>
              </a:spcAft>
              <a:defRPr kumimoji="1">
                <a:solidFill>
                  <a:schemeClr val="tx1"/>
                </a:solidFill>
                <a:latin typeface="Arial Black" pitchFamily="34" charset="0"/>
                <a:ea typeface="PMingLiU" pitchFamily="18" charset="-120"/>
              </a:defRPr>
            </a:lvl7pPr>
            <a:lvl8pPr marL="3429000" indent="-228600" eaLnBrk="0" fontAlgn="base" hangingPunct="0">
              <a:spcBef>
                <a:spcPct val="0"/>
              </a:spcBef>
              <a:spcAft>
                <a:spcPct val="0"/>
              </a:spcAft>
              <a:defRPr kumimoji="1">
                <a:solidFill>
                  <a:schemeClr val="tx1"/>
                </a:solidFill>
                <a:latin typeface="Arial Black" pitchFamily="34" charset="0"/>
                <a:ea typeface="PMingLiU" pitchFamily="18" charset="-120"/>
              </a:defRPr>
            </a:lvl8pPr>
            <a:lvl9pPr marL="3886200" indent="-228600" eaLnBrk="0" fontAlgn="base" hangingPunct="0">
              <a:spcBef>
                <a:spcPct val="0"/>
              </a:spcBef>
              <a:spcAft>
                <a:spcPct val="0"/>
              </a:spcAft>
              <a:defRPr kumimoji="1">
                <a:solidFill>
                  <a:schemeClr val="tx1"/>
                </a:solidFill>
                <a:latin typeface="Arial Black" pitchFamily="34" charset="0"/>
                <a:ea typeface="PMingLiU" pitchFamily="18" charset="-120"/>
              </a:defRPr>
            </a:lvl9pPr>
          </a:lstStyle>
          <a:p>
            <a:pPr eaLnBrk="1" hangingPunct="1"/>
            <a:r>
              <a:rPr lang="en-US">
                <a:latin typeface="Times New Roman" pitchFamily="18" charset="0"/>
              </a:rPr>
              <a:t>Winter 2005</a:t>
            </a:r>
          </a:p>
        </p:txBody>
      </p:sp>
      <p:sp>
        <p:nvSpPr>
          <p:cNvPr id="72708" name="Rectangle 1030"/>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Arial Black" pitchFamily="34" charset="0"/>
                <a:ea typeface="PMingLiU" pitchFamily="18" charset="-120"/>
              </a:defRPr>
            </a:lvl1pPr>
            <a:lvl2pPr marL="742950" indent="-285750" eaLnBrk="0" hangingPunct="0">
              <a:defRPr kumimoji="1">
                <a:solidFill>
                  <a:schemeClr val="tx1"/>
                </a:solidFill>
                <a:latin typeface="Arial Black" pitchFamily="34" charset="0"/>
                <a:ea typeface="PMingLiU" pitchFamily="18" charset="-120"/>
              </a:defRPr>
            </a:lvl2pPr>
            <a:lvl3pPr marL="1143000" indent="-228600" eaLnBrk="0" hangingPunct="0">
              <a:defRPr kumimoji="1">
                <a:solidFill>
                  <a:schemeClr val="tx1"/>
                </a:solidFill>
                <a:latin typeface="Arial Black" pitchFamily="34" charset="0"/>
                <a:ea typeface="PMingLiU" pitchFamily="18" charset="-120"/>
              </a:defRPr>
            </a:lvl3pPr>
            <a:lvl4pPr marL="1600200" indent="-228600" eaLnBrk="0" hangingPunct="0">
              <a:defRPr kumimoji="1">
                <a:solidFill>
                  <a:schemeClr val="tx1"/>
                </a:solidFill>
                <a:latin typeface="Arial Black" pitchFamily="34" charset="0"/>
                <a:ea typeface="PMingLiU" pitchFamily="18" charset="-120"/>
              </a:defRPr>
            </a:lvl4pPr>
            <a:lvl5pPr marL="2057400" indent="-228600" eaLnBrk="0" hangingPunct="0">
              <a:defRPr kumimoji="1">
                <a:solidFill>
                  <a:schemeClr val="tx1"/>
                </a:solidFill>
                <a:latin typeface="Arial Black" pitchFamily="34" charset="0"/>
                <a:ea typeface="PMingLiU" pitchFamily="18" charset="-120"/>
              </a:defRPr>
            </a:lvl5pPr>
            <a:lvl6pPr marL="2514600" indent="-228600" eaLnBrk="0" fontAlgn="base" hangingPunct="0">
              <a:spcBef>
                <a:spcPct val="0"/>
              </a:spcBef>
              <a:spcAft>
                <a:spcPct val="0"/>
              </a:spcAft>
              <a:defRPr kumimoji="1">
                <a:solidFill>
                  <a:schemeClr val="tx1"/>
                </a:solidFill>
                <a:latin typeface="Arial Black" pitchFamily="34" charset="0"/>
                <a:ea typeface="PMingLiU" pitchFamily="18" charset="-120"/>
              </a:defRPr>
            </a:lvl6pPr>
            <a:lvl7pPr marL="2971800" indent="-228600" eaLnBrk="0" fontAlgn="base" hangingPunct="0">
              <a:spcBef>
                <a:spcPct val="0"/>
              </a:spcBef>
              <a:spcAft>
                <a:spcPct val="0"/>
              </a:spcAft>
              <a:defRPr kumimoji="1">
                <a:solidFill>
                  <a:schemeClr val="tx1"/>
                </a:solidFill>
                <a:latin typeface="Arial Black" pitchFamily="34" charset="0"/>
                <a:ea typeface="PMingLiU" pitchFamily="18" charset="-120"/>
              </a:defRPr>
            </a:lvl7pPr>
            <a:lvl8pPr marL="3429000" indent="-228600" eaLnBrk="0" fontAlgn="base" hangingPunct="0">
              <a:spcBef>
                <a:spcPct val="0"/>
              </a:spcBef>
              <a:spcAft>
                <a:spcPct val="0"/>
              </a:spcAft>
              <a:defRPr kumimoji="1">
                <a:solidFill>
                  <a:schemeClr val="tx1"/>
                </a:solidFill>
                <a:latin typeface="Arial Black" pitchFamily="34" charset="0"/>
                <a:ea typeface="PMingLiU" pitchFamily="18" charset="-120"/>
              </a:defRPr>
            </a:lvl8pPr>
            <a:lvl9pPr marL="3886200" indent="-228600" eaLnBrk="0" fontAlgn="base" hangingPunct="0">
              <a:spcBef>
                <a:spcPct val="0"/>
              </a:spcBef>
              <a:spcAft>
                <a:spcPct val="0"/>
              </a:spcAft>
              <a:defRPr kumimoji="1">
                <a:solidFill>
                  <a:schemeClr val="tx1"/>
                </a:solidFill>
                <a:latin typeface="Arial Black" pitchFamily="34" charset="0"/>
                <a:ea typeface="PMingLiU" pitchFamily="18" charset="-120"/>
              </a:defRPr>
            </a:lvl9pPr>
          </a:lstStyle>
          <a:p>
            <a:pPr eaLnBrk="1" hangingPunct="1"/>
            <a:r>
              <a:rPr lang="en-US">
                <a:latin typeface="Times New Roman" pitchFamily="18" charset="0"/>
              </a:rPr>
              <a:t>Lecture 25</a:t>
            </a:r>
          </a:p>
        </p:txBody>
      </p:sp>
      <p:sp>
        <p:nvSpPr>
          <p:cNvPr id="72709"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Arial Black" pitchFamily="34" charset="0"/>
                <a:ea typeface="PMingLiU" pitchFamily="18" charset="-120"/>
              </a:defRPr>
            </a:lvl1pPr>
            <a:lvl2pPr marL="742950" indent="-285750" eaLnBrk="0" hangingPunct="0">
              <a:defRPr kumimoji="1">
                <a:solidFill>
                  <a:schemeClr val="tx1"/>
                </a:solidFill>
                <a:latin typeface="Arial Black" pitchFamily="34" charset="0"/>
                <a:ea typeface="PMingLiU" pitchFamily="18" charset="-120"/>
              </a:defRPr>
            </a:lvl2pPr>
            <a:lvl3pPr marL="1143000" indent="-228600" eaLnBrk="0" hangingPunct="0">
              <a:defRPr kumimoji="1">
                <a:solidFill>
                  <a:schemeClr val="tx1"/>
                </a:solidFill>
                <a:latin typeface="Arial Black" pitchFamily="34" charset="0"/>
                <a:ea typeface="PMingLiU" pitchFamily="18" charset="-120"/>
              </a:defRPr>
            </a:lvl3pPr>
            <a:lvl4pPr marL="1600200" indent="-228600" eaLnBrk="0" hangingPunct="0">
              <a:defRPr kumimoji="1">
                <a:solidFill>
                  <a:schemeClr val="tx1"/>
                </a:solidFill>
                <a:latin typeface="Arial Black" pitchFamily="34" charset="0"/>
                <a:ea typeface="PMingLiU" pitchFamily="18" charset="-120"/>
              </a:defRPr>
            </a:lvl4pPr>
            <a:lvl5pPr marL="2057400" indent="-228600" eaLnBrk="0" hangingPunct="0">
              <a:defRPr kumimoji="1">
                <a:solidFill>
                  <a:schemeClr val="tx1"/>
                </a:solidFill>
                <a:latin typeface="Arial Black" pitchFamily="34" charset="0"/>
                <a:ea typeface="PMingLiU" pitchFamily="18" charset="-120"/>
              </a:defRPr>
            </a:lvl5pPr>
            <a:lvl6pPr marL="2514600" indent="-228600" eaLnBrk="0" fontAlgn="base" hangingPunct="0">
              <a:spcBef>
                <a:spcPct val="0"/>
              </a:spcBef>
              <a:spcAft>
                <a:spcPct val="0"/>
              </a:spcAft>
              <a:defRPr kumimoji="1">
                <a:solidFill>
                  <a:schemeClr val="tx1"/>
                </a:solidFill>
                <a:latin typeface="Arial Black" pitchFamily="34" charset="0"/>
                <a:ea typeface="PMingLiU" pitchFamily="18" charset="-120"/>
              </a:defRPr>
            </a:lvl6pPr>
            <a:lvl7pPr marL="2971800" indent="-228600" eaLnBrk="0" fontAlgn="base" hangingPunct="0">
              <a:spcBef>
                <a:spcPct val="0"/>
              </a:spcBef>
              <a:spcAft>
                <a:spcPct val="0"/>
              </a:spcAft>
              <a:defRPr kumimoji="1">
                <a:solidFill>
                  <a:schemeClr val="tx1"/>
                </a:solidFill>
                <a:latin typeface="Arial Black" pitchFamily="34" charset="0"/>
                <a:ea typeface="PMingLiU" pitchFamily="18" charset="-120"/>
              </a:defRPr>
            </a:lvl7pPr>
            <a:lvl8pPr marL="3429000" indent="-228600" eaLnBrk="0" fontAlgn="base" hangingPunct="0">
              <a:spcBef>
                <a:spcPct val="0"/>
              </a:spcBef>
              <a:spcAft>
                <a:spcPct val="0"/>
              </a:spcAft>
              <a:defRPr kumimoji="1">
                <a:solidFill>
                  <a:schemeClr val="tx1"/>
                </a:solidFill>
                <a:latin typeface="Arial Black" pitchFamily="34" charset="0"/>
                <a:ea typeface="PMingLiU" pitchFamily="18" charset="-120"/>
              </a:defRPr>
            </a:lvl8pPr>
            <a:lvl9pPr marL="3886200" indent="-228600" eaLnBrk="0" fontAlgn="base" hangingPunct="0">
              <a:spcBef>
                <a:spcPct val="0"/>
              </a:spcBef>
              <a:spcAft>
                <a:spcPct val="0"/>
              </a:spcAft>
              <a:defRPr kumimoji="1">
                <a:solidFill>
                  <a:schemeClr val="tx1"/>
                </a:solidFill>
                <a:latin typeface="Arial Black" pitchFamily="34" charset="0"/>
                <a:ea typeface="PMingLiU" pitchFamily="18" charset="-120"/>
              </a:defRPr>
            </a:lvl9pPr>
          </a:lstStyle>
          <a:p>
            <a:pPr eaLnBrk="1" hangingPunct="1"/>
            <a:fld id="{9388C71B-534E-4FE6-B67B-4D878D162AB5}" type="slidenum">
              <a:rPr lang="en-US" smtClean="0">
                <a:latin typeface="Times New Roman" pitchFamily="18" charset="0"/>
              </a:rPr>
              <a:pPr eaLnBrk="1" hangingPunct="1"/>
              <a:t>19</a:t>
            </a:fld>
            <a:endParaRPr lang="en-US">
              <a:latin typeface="Times New Roman" pitchFamily="18" charset="0"/>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Times New Roman" pitchFamily="18" charset="0"/>
            </a:endParaRPr>
          </a:p>
          <a:p>
            <a:r>
              <a:rPr lang="en-US">
                <a:latin typeface="Times New Roman" pitchFamily="18" charset="0"/>
              </a:rPr>
              <a:t>Instructor notes:</a:t>
            </a:r>
          </a:p>
          <a:p>
            <a:endParaRPr lang="en-US">
              <a:latin typeface="Times New Roman" pitchFamily="18" charset="0"/>
            </a:endParaRPr>
          </a:p>
          <a:p>
            <a:r>
              <a:rPr lang="en-US">
                <a:latin typeface="Times New Roman" pitchFamily="18" charset="0"/>
              </a:rPr>
              <a:t>Using the iostream header file in C++ makes available several new I/O objects.  Two of the most common are </a:t>
            </a:r>
            <a:r>
              <a:rPr lang="en-US" b="1">
                <a:latin typeface="Times New Roman" pitchFamily="18" charset="0"/>
              </a:rPr>
              <a:t>cin</a:t>
            </a:r>
            <a:r>
              <a:rPr lang="en-US">
                <a:latin typeface="Times New Roman" pitchFamily="18" charset="0"/>
              </a:rPr>
              <a:t> and </a:t>
            </a:r>
            <a:r>
              <a:rPr lang="en-US" b="1">
                <a:latin typeface="Times New Roman" pitchFamily="18" charset="0"/>
              </a:rPr>
              <a:t>cout</a:t>
            </a:r>
            <a:r>
              <a:rPr lang="en-US">
                <a:latin typeface="Times New Roman" pitchFamily="18" charset="0"/>
              </a:rPr>
              <a:t>.  To reemphasize, in a strict ANSI sense we should refer to them as </a:t>
            </a:r>
            <a:r>
              <a:rPr lang="en-US" b="1">
                <a:latin typeface="Times New Roman" pitchFamily="18" charset="0"/>
              </a:rPr>
              <a:t>std::cin</a:t>
            </a:r>
            <a:r>
              <a:rPr lang="en-US">
                <a:latin typeface="Times New Roman" pitchFamily="18" charset="0"/>
              </a:rPr>
              <a:t> and </a:t>
            </a:r>
            <a:r>
              <a:rPr lang="en-US" b="1">
                <a:latin typeface="Times New Roman" pitchFamily="18" charset="0"/>
              </a:rPr>
              <a:t>std::cout</a:t>
            </a:r>
            <a:r>
              <a:rPr lang="en-US">
                <a:latin typeface="Times New Roman" pitchFamily="18" charset="0"/>
              </a:rPr>
              <a:t> unless we have indicated that we are using the standard namespace with </a:t>
            </a:r>
            <a:r>
              <a:rPr lang="en-US" b="1">
                <a:latin typeface="Times New Roman" pitchFamily="18" charset="0"/>
              </a:rPr>
              <a:t>using namespace std;  cin</a:t>
            </a:r>
            <a:r>
              <a:rPr lang="en-US">
                <a:latin typeface="Times New Roman" pitchFamily="18" charset="0"/>
              </a:rPr>
              <a:t> is used for keyboard input and </a:t>
            </a:r>
            <a:r>
              <a:rPr lang="en-US" b="1">
                <a:latin typeface="Times New Roman" pitchFamily="18" charset="0"/>
              </a:rPr>
              <a:t>cout</a:t>
            </a:r>
            <a:r>
              <a:rPr lang="en-US">
                <a:latin typeface="Times New Roman" pitchFamily="18" charset="0"/>
              </a:rPr>
              <a:t> is used for screen output.</a:t>
            </a:r>
          </a:p>
          <a:p>
            <a:endParaRPr lang="en-US">
              <a:latin typeface="Times New Roman" pitchFamily="18" charset="0"/>
            </a:endParaRPr>
          </a:p>
          <a:p>
            <a:r>
              <a:rPr lang="en-US" b="1">
                <a:latin typeface="Times New Roman" pitchFamily="18" charset="0"/>
              </a:rPr>
              <a:t>cin</a:t>
            </a:r>
            <a:r>
              <a:rPr lang="en-US">
                <a:latin typeface="Times New Roman" pitchFamily="18" charset="0"/>
              </a:rPr>
              <a:t> and </a:t>
            </a:r>
            <a:r>
              <a:rPr lang="en-US" b="1">
                <a:latin typeface="Times New Roman" pitchFamily="18" charset="0"/>
              </a:rPr>
              <a:t>cout</a:t>
            </a:r>
            <a:r>
              <a:rPr lang="en-US">
                <a:latin typeface="Times New Roman" pitchFamily="18" charset="0"/>
              </a:rPr>
              <a:t> are both objects in C++.  They each also have member functions that make it possible to perform a variety of special I/O functions in addition to simple input and output.</a:t>
            </a:r>
            <a:endParaRPr lang="en-US" b="1">
              <a:latin typeface="Times New Roman" pitchFamily="18" charset="0"/>
            </a:endParaRPr>
          </a:p>
        </p:txBody>
      </p:sp>
    </p:spTree>
    <p:extLst>
      <p:ext uri="{BB962C8B-B14F-4D97-AF65-F5344CB8AC3E}">
        <p14:creationId xmlns:p14="http://schemas.microsoft.com/office/powerpoint/2010/main" val="29020446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1026"/>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Arial Black" pitchFamily="34" charset="0"/>
                <a:ea typeface="PMingLiU" pitchFamily="18" charset="-120"/>
              </a:defRPr>
            </a:lvl1pPr>
            <a:lvl2pPr marL="742950" indent="-285750" eaLnBrk="0" hangingPunct="0">
              <a:defRPr kumimoji="1">
                <a:solidFill>
                  <a:schemeClr val="tx1"/>
                </a:solidFill>
                <a:latin typeface="Arial Black" pitchFamily="34" charset="0"/>
                <a:ea typeface="PMingLiU" pitchFamily="18" charset="-120"/>
              </a:defRPr>
            </a:lvl2pPr>
            <a:lvl3pPr marL="1143000" indent="-228600" eaLnBrk="0" hangingPunct="0">
              <a:defRPr kumimoji="1">
                <a:solidFill>
                  <a:schemeClr val="tx1"/>
                </a:solidFill>
                <a:latin typeface="Arial Black" pitchFamily="34" charset="0"/>
                <a:ea typeface="PMingLiU" pitchFamily="18" charset="-120"/>
              </a:defRPr>
            </a:lvl3pPr>
            <a:lvl4pPr marL="1600200" indent="-228600" eaLnBrk="0" hangingPunct="0">
              <a:defRPr kumimoji="1">
                <a:solidFill>
                  <a:schemeClr val="tx1"/>
                </a:solidFill>
                <a:latin typeface="Arial Black" pitchFamily="34" charset="0"/>
                <a:ea typeface="PMingLiU" pitchFamily="18" charset="-120"/>
              </a:defRPr>
            </a:lvl4pPr>
            <a:lvl5pPr marL="2057400" indent="-228600" eaLnBrk="0" hangingPunct="0">
              <a:defRPr kumimoji="1">
                <a:solidFill>
                  <a:schemeClr val="tx1"/>
                </a:solidFill>
                <a:latin typeface="Arial Black" pitchFamily="34" charset="0"/>
                <a:ea typeface="PMingLiU" pitchFamily="18" charset="-120"/>
              </a:defRPr>
            </a:lvl5pPr>
            <a:lvl6pPr marL="2514600" indent="-228600" eaLnBrk="0" fontAlgn="base" hangingPunct="0">
              <a:spcBef>
                <a:spcPct val="0"/>
              </a:spcBef>
              <a:spcAft>
                <a:spcPct val="0"/>
              </a:spcAft>
              <a:defRPr kumimoji="1">
                <a:solidFill>
                  <a:schemeClr val="tx1"/>
                </a:solidFill>
                <a:latin typeface="Arial Black" pitchFamily="34" charset="0"/>
                <a:ea typeface="PMingLiU" pitchFamily="18" charset="-120"/>
              </a:defRPr>
            </a:lvl6pPr>
            <a:lvl7pPr marL="2971800" indent="-228600" eaLnBrk="0" fontAlgn="base" hangingPunct="0">
              <a:spcBef>
                <a:spcPct val="0"/>
              </a:spcBef>
              <a:spcAft>
                <a:spcPct val="0"/>
              </a:spcAft>
              <a:defRPr kumimoji="1">
                <a:solidFill>
                  <a:schemeClr val="tx1"/>
                </a:solidFill>
                <a:latin typeface="Arial Black" pitchFamily="34" charset="0"/>
                <a:ea typeface="PMingLiU" pitchFamily="18" charset="-120"/>
              </a:defRPr>
            </a:lvl7pPr>
            <a:lvl8pPr marL="3429000" indent="-228600" eaLnBrk="0" fontAlgn="base" hangingPunct="0">
              <a:spcBef>
                <a:spcPct val="0"/>
              </a:spcBef>
              <a:spcAft>
                <a:spcPct val="0"/>
              </a:spcAft>
              <a:defRPr kumimoji="1">
                <a:solidFill>
                  <a:schemeClr val="tx1"/>
                </a:solidFill>
                <a:latin typeface="Arial Black" pitchFamily="34" charset="0"/>
                <a:ea typeface="PMingLiU" pitchFamily="18" charset="-120"/>
              </a:defRPr>
            </a:lvl8pPr>
            <a:lvl9pPr marL="3886200" indent="-228600" eaLnBrk="0" fontAlgn="base" hangingPunct="0">
              <a:spcBef>
                <a:spcPct val="0"/>
              </a:spcBef>
              <a:spcAft>
                <a:spcPct val="0"/>
              </a:spcAft>
              <a:defRPr kumimoji="1">
                <a:solidFill>
                  <a:schemeClr val="tx1"/>
                </a:solidFill>
                <a:latin typeface="Arial Black" pitchFamily="34" charset="0"/>
                <a:ea typeface="PMingLiU" pitchFamily="18" charset="-120"/>
              </a:defRPr>
            </a:lvl9pPr>
          </a:lstStyle>
          <a:p>
            <a:pPr eaLnBrk="1" hangingPunct="1"/>
            <a:r>
              <a:rPr lang="en-US">
                <a:latin typeface="Times New Roman" pitchFamily="18" charset="0"/>
              </a:rPr>
              <a:t>Engineering H192</a:t>
            </a:r>
          </a:p>
        </p:txBody>
      </p:sp>
      <p:sp>
        <p:nvSpPr>
          <p:cNvPr id="73731" name="Rectangle 1027"/>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Arial Black" pitchFamily="34" charset="0"/>
                <a:ea typeface="PMingLiU" pitchFamily="18" charset="-120"/>
              </a:defRPr>
            </a:lvl1pPr>
            <a:lvl2pPr marL="742950" indent="-285750" eaLnBrk="0" hangingPunct="0">
              <a:defRPr kumimoji="1">
                <a:solidFill>
                  <a:schemeClr val="tx1"/>
                </a:solidFill>
                <a:latin typeface="Arial Black" pitchFamily="34" charset="0"/>
                <a:ea typeface="PMingLiU" pitchFamily="18" charset="-120"/>
              </a:defRPr>
            </a:lvl2pPr>
            <a:lvl3pPr marL="1143000" indent="-228600" eaLnBrk="0" hangingPunct="0">
              <a:defRPr kumimoji="1">
                <a:solidFill>
                  <a:schemeClr val="tx1"/>
                </a:solidFill>
                <a:latin typeface="Arial Black" pitchFamily="34" charset="0"/>
                <a:ea typeface="PMingLiU" pitchFamily="18" charset="-120"/>
              </a:defRPr>
            </a:lvl3pPr>
            <a:lvl4pPr marL="1600200" indent="-228600" eaLnBrk="0" hangingPunct="0">
              <a:defRPr kumimoji="1">
                <a:solidFill>
                  <a:schemeClr val="tx1"/>
                </a:solidFill>
                <a:latin typeface="Arial Black" pitchFamily="34" charset="0"/>
                <a:ea typeface="PMingLiU" pitchFamily="18" charset="-120"/>
              </a:defRPr>
            </a:lvl4pPr>
            <a:lvl5pPr marL="2057400" indent="-228600" eaLnBrk="0" hangingPunct="0">
              <a:defRPr kumimoji="1">
                <a:solidFill>
                  <a:schemeClr val="tx1"/>
                </a:solidFill>
                <a:latin typeface="Arial Black" pitchFamily="34" charset="0"/>
                <a:ea typeface="PMingLiU" pitchFamily="18" charset="-120"/>
              </a:defRPr>
            </a:lvl5pPr>
            <a:lvl6pPr marL="2514600" indent="-228600" eaLnBrk="0" fontAlgn="base" hangingPunct="0">
              <a:spcBef>
                <a:spcPct val="0"/>
              </a:spcBef>
              <a:spcAft>
                <a:spcPct val="0"/>
              </a:spcAft>
              <a:defRPr kumimoji="1">
                <a:solidFill>
                  <a:schemeClr val="tx1"/>
                </a:solidFill>
                <a:latin typeface="Arial Black" pitchFamily="34" charset="0"/>
                <a:ea typeface="PMingLiU" pitchFamily="18" charset="-120"/>
              </a:defRPr>
            </a:lvl6pPr>
            <a:lvl7pPr marL="2971800" indent="-228600" eaLnBrk="0" fontAlgn="base" hangingPunct="0">
              <a:spcBef>
                <a:spcPct val="0"/>
              </a:spcBef>
              <a:spcAft>
                <a:spcPct val="0"/>
              </a:spcAft>
              <a:defRPr kumimoji="1">
                <a:solidFill>
                  <a:schemeClr val="tx1"/>
                </a:solidFill>
                <a:latin typeface="Arial Black" pitchFamily="34" charset="0"/>
                <a:ea typeface="PMingLiU" pitchFamily="18" charset="-120"/>
              </a:defRPr>
            </a:lvl7pPr>
            <a:lvl8pPr marL="3429000" indent="-228600" eaLnBrk="0" fontAlgn="base" hangingPunct="0">
              <a:spcBef>
                <a:spcPct val="0"/>
              </a:spcBef>
              <a:spcAft>
                <a:spcPct val="0"/>
              </a:spcAft>
              <a:defRPr kumimoji="1">
                <a:solidFill>
                  <a:schemeClr val="tx1"/>
                </a:solidFill>
                <a:latin typeface="Arial Black" pitchFamily="34" charset="0"/>
                <a:ea typeface="PMingLiU" pitchFamily="18" charset="-120"/>
              </a:defRPr>
            </a:lvl8pPr>
            <a:lvl9pPr marL="3886200" indent="-228600" eaLnBrk="0" fontAlgn="base" hangingPunct="0">
              <a:spcBef>
                <a:spcPct val="0"/>
              </a:spcBef>
              <a:spcAft>
                <a:spcPct val="0"/>
              </a:spcAft>
              <a:defRPr kumimoji="1">
                <a:solidFill>
                  <a:schemeClr val="tx1"/>
                </a:solidFill>
                <a:latin typeface="Arial Black" pitchFamily="34" charset="0"/>
                <a:ea typeface="PMingLiU" pitchFamily="18" charset="-120"/>
              </a:defRPr>
            </a:lvl9pPr>
          </a:lstStyle>
          <a:p>
            <a:pPr eaLnBrk="1" hangingPunct="1"/>
            <a:r>
              <a:rPr lang="en-US">
                <a:latin typeface="Times New Roman" pitchFamily="18" charset="0"/>
              </a:rPr>
              <a:t>Winter 2005</a:t>
            </a:r>
          </a:p>
        </p:txBody>
      </p:sp>
      <p:sp>
        <p:nvSpPr>
          <p:cNvPr id="73732" name="Rectangle 1030"/>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Arial Black" pitchFamily="34" charset="0"/>
                <a:ea typeface="PMingLiU" pitchFamily="18" charset="-120"/>
              </a:defRPr>
            </a:lvl1pPr>
            <a:lvl2pPr marL="742950" indent="-285750" eaLnBrk="0" hangingPunct="0">
              <a:defRPr kumimoji="1">
                <a:solidFill>
                  <a:schemeClr val="tx1"/>
                </a:solidFill>
                <a:latin typeface="Arial Black" pitchFamily="34" charset="0"/>
                <a:ea typeface="PMingLiU" pitchFamily="18" charset="-120"/>
              </a:defRPr>
            </a:lvl2pPr>
            <a:lvl3pPr marL="1143000" indent="-228600" eaLnBrk="0" hangingPunct="0">
              <a:defRPr kumimoji="1">
                <a:solidFill>
                  <a:schemeClr val="tx1"/>
                </a:solidFill>
                <a:latin typeface="Arial Black" pitchFamily="34" charset="0"/>
                <a:ea typeface="PMingLiU" pitchFamily="18" charset="-120"/>
              </a:defRPr>
            </a:lvl3pPr>
            <a:lvl4pPr marL="1600200" indent="-228600" eaLnBrk="0" hangingPunct="0">
              <a:defRPr kumimoji="1">
                <a:solidFill>
                  <a:schemeClr val="tx1"/>
                </a:solidFill>
                <a:latin typeface="Arial Black" pitchFamily="34" charset="0"/>
                <a:ea typeface="PMingLiU" pitchFamily="18" charset="-120"/>
              </a:defRPr>
            </a:lvl4pPr>
            <a:lvl5pPr marL="2057400" indent="-228600" eaLnBrk="0" hangingPunct="0">
              <a:defRPr kumimoji="1">
                <a:solidFill>
                  <a:schemeClr val="tx1"/>
                </a:solidFill>
                <a:latin typeface="Arial Black" pitchFamily="34" charset="0"/>
                <a:ea typeface="PMingLiU" pitchFamily="18" charset="-120"/>
              </a:defRPr>
            </a:lvl5pPr>
            <a:lvl6pPr marL="2514600" indent="-228600" eaLnBrk="0" fontAlgn="base" hangingPunct="0">
              <a:spcBef>
                <a:spcPct val="0"/>
              </a:spcBef>
              <a:spcAft>
                <a:spcPct val="0"/>
              </a:spcAft>
              <a:defRPr kumimoji="1">
                <a:solidFill>
                  <a:schemeClr val="tx1"/>
                </a:solidFill>
                <a:latin typeface="Arial Black" pitchFamily="34" charset="0"/>
                <a:ea typeface="PMingLiU" pitchFamily="18" charset="-120"/>
              </a:defRPr>
            </a:lvl6pPr>
            <a:lvl7pPr marL="2971800" indent="-228600" eaLnBrk="0" fontAlgn="base" hangingPunct="0">
              <a:spcBef>
                <a:spcPct val="0"/>
              </a:spcBef>
              <a:spcAft>
                <a:spcPct val="0"/>
              </a:spcAft>
              <a:defRPr kumimoji="1">
                <a:solidFill>
                  <a:schemeClr val="tx1"/>
                </a:solidFill>
                <a:latin typeface="Arial Black" pitchFamily="34" charset="0"/>
                <a:ea typeface="PMingLiU" pitchFamily="18" charset="-120"/>
              </a:defRPr>
            </a:lvl7pPr>
            <a:lvl8pPr marL="3429000" indent="-228600" eaLnBrk="0" fontAlgn="base" hangingPunct="0">
              <a:spcBef>
                <a:spcPct val="0"/>
              </a:spcBef>
              <a:spcAft>
                <a:spcPct val="0"/>
              </a:spcAft>
              <a:defRPr kumimoji="1">
                <a:solidFill>
                  <a:schemeClr val="tx1"/>
                </a:solidFill>
                <a:latin typeface="Arial Black" pitchFamily="34" charset="0"/>
                <a:ea typeface="PMingLiU" pitchFamily="18" charset="-120"/>
              </a:defRPr>
            </a:lvl8pPr>
            <a:lvl9pPr marL="3886200" indent="-228600" eaLnBrk="0" fontAlgn="base" hangingPunct="0">
              <a:spcBef>
                <a:spcPct val="0"/>
              </a:spcBef>
              <a:spcAft>
                <a:spcPct val="0"/>
              </a:spcAft>
              <a:defRPr kumimoji="1">
                <a:solidFill>
                  <a:schemeClr val="tx1"/>
                </a:solidFill>
                <a:latin typeface="Arial Black" pitchFamily="34" charset="0"/>
                <a:ea typeface="PMingLiU" pitchFamily="18" charset="-120"/>
              </a:defRPr>
            </a:lvl9pPr>
          </a:lstStyle>
          <a:p>
            <a:pPr eaLnBrk="1" hangingPunct="1"/>
            <a:r>
              <a:rPr lang="en-US">
                <a:latin typeface="Times New Roman" pitchFamily="18" charset="0"/>
              </a:rPr>
              <a:t>Lecture 25</a:t>
            </a:r>
          </a:p>
        </p:txBody>
      </p:sp>
      <p:sp>
        <p:nvSpPr>
          <p:cNvPr id="73733"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a:solidFill>
                  <a:schemeClr val="tx1"/>
                </a:solidFill>
                <a:latin typeface="Arial Black" pitchFamily="34" charset="0"/>
                <a:ea typeface="PMingLiU" pitchFamily="18" charset="-120"/>
              </a:defRPr>
            </a:lvl1pPr>
            <a:lvl2pPr marL="742950" indent="-285750" eaLnBrk="0" hangingPunct="0">
              <a:defRPr kumimoji="1">
                <a:solidFill>
                  <a:schemeClr val="tx1"/>
                </a:solidFill>
                <a:latin typeface="Arial Black" pitchFamily="34" charset="0"/>
                <a:ea typeface="PMingLiU" pitchFamily="18" charset="-120"/>
              </a:defRPr>
            </a:lvl2pPr>
            <a:lvl3pPr marL="1143000" indent="-228600" eaLnBrk="0" hangingPunct="0">
              <a:defRPr kumimoji="1">
                <a:solidFill>
                  <a:schemeClr val="tx1"/>
                </a:solidFill>
                <a:latin typeface="Arial Black" pitchFamily="34" charset="0"/>
                <a:ea typeface="PMingLiU" pitchFamily="18" charset="-120"/>
              </a:defRPr>
            </a:lvl3pPr>
            <a:lvl4pPr marL="1600200" indent="-228600" eaLnBrk="0" hangingPunct="0">
              <a:defRPr kumimoji="1">
                <a:solidFill>
                  <a:schemeClr val="tx1"/>
                </a:solidFill>
                <a:latin typeface="Arial Black" pitchFamily="34" charset="0"/>
                <a:ea typeface="PMingLiU" pitchFamily="18" charset="-120"/>
              </a:defRPr>
            </a:lvl4pPr>
            <a:lvl5pPr marL="2057400" indent="-228600" eaLnBrk="0" hangingPunct="0">
              <a:defRPr kumimoji="1">
                <a:solidFill>
                  <a:schemeClr val="tx1"/>
                </a:solidFill>
                <a:latin typeface="Arial Black" pitchFamily="34" charset="0"/>
                <a:ea typeface="PMingLiU" pitchFamily="18" charset="-120"/>
              </a:defRPr>
            </a:lvl5pPr>
            <a:lvl6pPr marL="2514600" indent="-228600" eaLnBrk="0" fontAlgn="base" hangingPunct="0">
              <a:spcBef>
                <a:spcPct val="0"/>
              </a:spcBef>
              <a:spcAft>
                <a:spcPct val="0"/>
              </a:spcAft>
              <a:defRPr kumimoji="1">
                <a:solidFill>
                  <a:schemeClr val="tx1"/>
                </a:solidFill>
                <a:latin typeface="Arial Black" pitchFamily="34" charset="0"/>
                <a:ea typeface="PMingLiU" pitchFamily="18" charset="-120"/>
              </a:defRPr>
            </a:lvl6pPr>
            <a:lvl7pPr marL="2971800" indent="-228600" eaLnBrk="0" fontAlgn="base" hangingPunct="0">
              <a:spcBef>
                <a:spcPct val="0"/>
              </a:spcBef>
              <a:spcAft>
                <a:spcPct val="0"/>
              </a:spcAft>
              <a:defRPr kumimoji="1">
                <a:solidFill>
                  <a:schemeClr val="tx1"/>
                </a:solidFill>
                <a:latin typeface="Arial Black" pitchFamily="34" charset="0"/>
                <a:ea typeface="PMingLiU" pitchFamily="18" charset="-120"/>
              </a:defRPr>
            </a:lvl7pPr>
            <a:lvl8pPr marL="3429000" indent="-228600" eaLnBrk="0" fontAlgn="base" hangingPunct="0">
              <a:spcBef>
                <a:spcPct val="0"/>
              </a:spcBef>
              <a:spcAft>
                <a:spcPct val="0"/>
              </a:spcAft>
              <a:defRPr kumimoji="1">
                <a:solidFill>
                  <a:schemeClr val="tx1"/>
                </a:solidFill>
                <a:latin typeface="Arial Black" pitchFamily="34" charset="0"/>
                <a:ea typeface="PMingLiU" pitchFamily="18" charset="-120"/>
              </a:defRPr>
            </a:lvl8pPr>
            <a:lvl9pPr marL="3886200" indent="-228600" eaLnBrk="0" fontAlgn="base" hangingPunct="0">
              <a:spcBef>
                <a:spcPct val="0"/>
              </a:spcBef>
              <a:spcAft>
                <a:spcPct val="0"/>
              </a:spcAft>
              <a:defRPr kumimoji="1">
                <a:solidFill>
                  <a:schemeClr val="tx1"/>
                </a:solidFill>
                <a:latin typeface="Arial Black" pitchFamily="34" charset="0"/>
                <a:ea typeface="PMingLiU" pitchFamily="18" charset="-120"/>
              </a:defRPr>
            </a:lvl9pPr>
          </a:lstStyle>
          <a:p>
            <a:pPr eaLnBrk="1" hangingPunct="1"/>
            <a:fld id="{9FBC307A-6792-4DD1-AE68-8825021EF59B}" type="slidenum">
              <a:rPr lang="en-US" smtClean="0">
                <a:latin typeface="Times New Roman" pitchFamily="18" charset="0"/>
              </a:rPr>
              <a:pPr eaLnBrk="1" hangingPunct="1"/>
              <a:t>20</a:t>
            </a:fld>
            <a:endParaRPr lang="en-US">
              <a:latin typeface="Times New Roman" pitchFamily="18" charset="0"/>
            </a:endParaRPr>
          </a:p>
        </p:txBody>
      </p:sp>
      <p:sp>
        <p:nvSpPr>
          <p:cNvPr id="73734" name="Rectangle 2"/>
          <p:cNvSpPr>
            <a:spLocks noGrp="1" noRot="1" noChangeAspect="1" noChangeArrowheads="1" noTextEdit="1"/>
          </p:cNvSpPr>
          <p:nvPr>
            <p:ph type="sldImg"/>
          </p:nvPr>
        </p:nvSpPr>
        <p:spPr>
          <a:ln/>
        </p:spPr>
      </p:sp>
      <p:sp>
        <p:nvSpPr>
          <p:cNvPr id="737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Times New Roman" pitchFamily="18" charset="0"/>
            </a:endParaRPr>
          </a:p>
          <a:p>
            <a:r>
              <a:rPr lang="en-US">
                <a:latin typeface="Times New Roman" pitchFamily="18" charset="0"/>
              </a:rPr>
              <a:t>Instructor notes:</a:t>
            </a:r>
          </a:p>
          <a:p>
            <a:endParaRPr lang="en-US">
              <a:latin typeface="Times New Roman" pitchFamily="18" charset="0"/>
            </a:endParaRPr>
          </a:p>
          <a:p>
            <a:r>
              <a:rPr lang="en-US">
                <a:latin typeface="Times New Roman" pitchFamily="18" charset="0"/>
              </a:rPr>
              <a:t>Because </a:t>
            </a:r>
            <a:r>
              <a:rPr lang="en-US" b="1">
                <a:latin typeface="Times New Roman" pitchFamily="18" charset="0"/>
              </a:rPr>
              <a:t>cin</a:t>
            </a:r>
            <a:r>
              <a:rPr lang="en-US">
                <a:latin typeface="Times New Roman" pitchFamily="18" charset="0"/>
              </a:rPr>
              <a:t> and </a:t>
            </a:r>
            <a:r>
              <a:rPr lang="en-US" b="1">
                <a:latin typeface="Times New Roman" pitchFamily="18" charset="0"/>
              </a:rPr>
              <a:t>cout</a:t>
            </a:r>
            <a:r>
              <a:rPr lang="en-US">
                <a:latin typeface="Times New Roman" pitchFamily="18" charset="0"/>
              </a:rPr>
              <a:t> are objects in C++ they have some built in “intelligence”.  Effectively they can see the “signature” of the value or variable that is being input or output and based  on this signature </a:t>
            </a:r>
            <a:r>
              <a:rPr lang="en-US" b="1">
                <a:latin typeface="Times New Roman" pitchFamily="18" charset="0"/>
              </a:rPr>
              <a:t>cin</a:t>
            </a:r>
            <a:r>
              <a:rPr lang="en-US">
                <a:latin typeface="Times New Roman" pitchFamily="18" charset="0"/>
              </a:rPr>
              <a:t> and </a:t>
            </a:r>
            <a:r>
              <a:rPr lang="en-US" b="1">
                <a:latin typeface="Times New Roman" pitchFamily="18" charset="0"/>
              </a:rPr>
              <a:t>cout</a:t>
            </a:r>
            <a:r>
              <a:rPr lang="en-US">
                <a:latin typeface="Times New Roman" pitchFamily="18" charset="0"/>
              </a:rPr>
              <a:t> can process the information without the use of the usual format strings and conversion specifiers that are needed in C.  </a:t>
            </a:r>
            <a:r>
              <a:rPr lang="en-US" b="1">
                <a:latin typeface="Times New Roman" pitchFamily="18" charset="0"/>
              </a:rPr>
              <a:t>cin</a:t>
            </a:r>
            <a:r>
              <a:rPr lang="en-US">
                <a:latin typeface="Times New Roman" pitchFamily="18" charset="0"/>
              </a:rPr>
              <a:t> and </a:t>
            </a:r>
            <a:r>
              <a:rPr lang="en-US" b="1">
                <a:latin typeface="Times New Roman" pitchFamily="18" charset="0"/>
              </a:rPr>
              <a:t>cout</a:t>
            </a:r>
            <a:r>
              <a:rPr lang="en-US">
                <a:latin typeface="Times New Roman" pitchFamily="18" charset="0"/>
              </a:rPr>
              <a:t> are able to look at the signature of the data and automatically know the data’s type.  Often times one of the operators that is most easily missed in C is the address operator, </a:t>
            </a:r>
            <a:r>
              <a:rPr lang="en-US" b="1">
                <a:latin typeface="Times New Roman" pitchFamily="18" charset="0"/>
              </a:rPr>
              <a:t>&amp;</a:t>
            </a:r>
            <a:r>
              <a:rPr lang="en-US">
                <a:latin typeface="Times New Roman" pitchFamily="18" charset="0"/>
              </a:rPr>
              <a:t>, which if frequently used with the </a:t>
            </a:r>
            <a:r>
              <a:rPr lang="en-US" b="1">
                <a:latin typeface="Times New Roman" pitchFamily="18" charset="0"/>
              </a:rPr>
              <a:t>scanf</a:t>
            </a:r>
            <a:r>
              <a:rPr lang="en-US">
                <a:latin typeface="Times New Roman" pitchFamily="18" charset="0"/>
              </a:rPr>
              <a:t> function.  Fortunately in C++ the address operator is not required.  </a:t>
            </a:r>
            <a:r>
              <a:rPr lang="en-US" b="1">
                <a:latin typeface="Times New Roman" pitchFamily="18" charset="0"/>
              </a:rPr>
              <a:t>cout</a:t>
            </a:r>
            <a:r>
              <a:rPr lang="en-US">
                <a:latin typeface="Times New Roman" pitchFamily="18" charset="0"/>
              </a:rPr>
              <a:t> and </a:t>
            </a:r>
            <a:r>
              <a:rPr lang="en-US" b="1">
                <a:latin typeface="Times New Roman" pitchFamily="18" charset="0"/>
              </a:rPr>
              <a:t>cin</a:t>
            </a:r>
            <a:r>
              <a:rPr lang="en-US">
                <a:latin typeface="Times New Roman" pitchFamily="18" charset="0"/>
              </a:rPr>
              <a:t> do require the use of the extraction and insertion operators.</a:t>
            </a:r>
          </a:p>
        </p:txBody>
      </p:sp>
    </p:spTree>
    <p:extLst>
      <p:ext uri="{BB962C8B-B14F-4D97-AF65-F5344CB8AC3E}">
        <p14:creationId xmlns:p14="http://schemas.microsoft.com/office/powerpoint/2010/main" val="40337186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Monotype Sorts" pitchFamily="2" charset="2"/>
              <a:buNone/>
            </a:pPr>
            <a:r>
              <a:rPr lang="en-GB" dirty="0"/>
              <a:t>Marc Conrad</a:t>
            </a:r>
          </a:p>
          <a:p>
            <a:pPr>
              <a:buFont typeface="Monotype Sorts" pitchFamily="2" charset="2"/>
              <a:buNone/>
            </a:pPr>
            <a:r>
              <a:rPr lang="en-GB" dirty="0"/>
              <a:t>University of Luton</a:t>
            </a:r>
          </a:p>
          <a:p>
            <a:pPr>
              <a:buFont typeface="Monotype Sorts" pitchFamily="2" charset="2"/>
              <a:buNone/>
            </a:pPr>
            <a:endParaRPr lang="en-GB" dirty="0"/>
          </a:p>
          <a:p>
            <a:endParaRPr lang="en-US" dirty="0"/>
          </a:p>
        </p:txBody>
      </p:sp>
      <p:sp>
        <p:nvSpPr>
          <p:cNvPr id="4" name="Slide Number Placeholder 3"/>
          <p:cNvSpPr>
            <a:spLocks noGrp="1"/>
          </p:cNvSpPr>
          <p:nvPr>
            <p:ph type="sldNum" sz="quarter" idx="10"/>
          </p:nvPr>
        </p:nvSpPr>
        <p:spPr/>
        <p:txBody>
          <a:bodyPr/>
          <a:lstStyle/>
          <a:p>
            <a:pPr>
              <a:defRPr/>
            </a:pPr>
            <a:fld id="{6FC94B34-B42C-41A0-9D80-70D18A499EAB}" type="slidenum">
              <a:rPr lang="en-GB" smtClean="0"/>
              <a:pPr>
                <a:defRPr/>
              </a:pPr>
              <a:t>21</a:t>
            </a:fld>
            <a:endParaRPr lang="en-GB"/>
          </a:p>
        </p:txBody>
      </p:sp>
    </p:spTree>
    <p:extLst>
      <p:ext uri="{BB962C8B-B14F-4D97-AF65-F5344CB8AC3E}">
        <p14:creationId xmlns:p14="http://schemas.microsoft.com/office/powerpoint/2010/main" val="25952355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2619BC7A-B7B3-4269-9765-980C9AD95A26}" type="datetime1">
              <a:rPr kumimoji="0" lang="en-US" sz="1200" b="0" i="0" u="none" strike="noStrike" kern="1200" cap="none" spc="0" normalizeH="0" baseline="0" noProof="0" smtClean="0">
                <a:ln>
                  <a:noFill/>
                </a:ln>
                <a:solidFill>
                  <a:prstClr val="black"/>
                </a:solidFill>
                <a:effectLst/>
                <a:uLnTx/>
                <a:uFillTx/>
                <a:latin typeface="Arial"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7/30/2024</a:t>
            </a:fld>
            <a:endParaRPr kumimoji="0" lang="en-US" sz="12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4301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2359DA98-8BF4-4154-8B9C-E9FC28421B33}" type="slidenum">
              <a:rPr kumimoji="0" lang="en-US" sz="1200" b="0" i="0" u="none" strike="noStrike" kern="1200" cap="none" spc="0" normalizeH="0" baseline="0" noProof="0" smtClean="0">
                <a:ln>
                  <a:noFill/>
                </a:ln>
                <a:solidFill>
                  <a:prstClr val="black"/>
                </a:solidFill>
                <a:effectLst/>
                <a:uLnTx/>
                <a:uFillTx/>
                <a:latin typeface="Arial"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43012" name="Rectangle 2"/>
          <p:cNvSpPr>
            <a:spLocks noGrp="1" noRot="1" noChangeAspect="1" noChangeArrowheads="1" noTextEdit="1"/>
          </p:cNvSpPr>
          <p:nvPr>
            <p:ph type="sldImg"/>
          </p:nvPr>
        </p:nvSpPr>
        <p:spPr>
          <a:ln/>
        </p:spPr>
      </p:sp>
      <p:sp>
        <p:nvSpPr>
          <p:cNvPr id="4301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Arial" pitchFamily="34" charset="0"/>
            </a:endParaRPr>
          </a:p>
        </p:txBody>
      </p:sp>
    </p:spTree>
    <p:extLst>
      <p:ext uri="{BB962C8B-B14F-4D97-AF65-F5344CB8AC3E}">
        <p14:creationId xmlns:p14="http://schemas.microsoft.com/office/powerpoint/2010/main" val="41153632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fld id="{C3699AE4-90C3-48F1-83E4-3966828FDFA3}" type="datetime1">
              <a:rPr lang="en-US" sz="1200" smtClean="0"/>
              <a:pPr eaLnBrk="1" hangingPunct="1"/>
              <a:t>7/30/2024</a:t>
            </a:fld>
            <a:endParaRPr lang="en-US" sz="1200"/>
          </a:p>
        </p:txBody>
      </p:sp>
      <p:sp>
        <p:nvSpPr>
          <p:cNvPr id="3277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fld id="{0A05FC6E-C350-4C46-AD82-5718A8FC298F}" type="slidenum">
              <a:rPr lang="en-US" sz="1200" smtClean="0"/>
              <a:pPr eaLnBrk="1" hangingPunct="1"/>
              <a:t>27</a:t>
            </a:fld>
            <a:endParaRPr lang="en-US" sz="1200"/>
          </a:p>
        </p:txBody>
      </p:sp>
      <p:sp>
        <p:nvSpPr>
          <p:cNvPr id="32772" name="Rectangle 2"/>
          <p:cNvSpPr>
            <a:spLocks noGrp="1" noRot="1" noChangeAspect="1" noChangeArrowheads="1" noTextEdit="1"/>
          </p:cNvSpPr>
          <p:nvPr>
            <p:ph type="sldImg"/>
          </p:nvPr>
        </p:nvSpPr>
        <p:spPr>
          <a:ln/>
        </p:spPr>
      </p:sp>
      <p:sp>
        <p:nvSpPr>
          <p:cNvPr id="3277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Arial" pitchFamily="34" charset="0"/>
            </a:endParaRPr>
          </a:p>
        </p:txBody>
      </p:sp>
    </p:spTree>
    <p:extLst>
      <p:ext uri="{BB962C8B-B14F-4D97-AF65-F5344CB8AC3E}">
        <p14:creationId xmlns:p14="http://schemas.microsoft.com/office/powerpoint/2010/main" val="15880314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ChangeArrowheads="1"/>
          </p:cNvSpPr>
          <p:nvPr/>
        </p:nvSpPr>
        <p:spPr bwMode="auto">
          <a:xfrm>
            <a:off x="3884613" y="0"/>
            <a:ext cx="29733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219" name="Rectangle 3"/>
          <p:cNvSpPr>
            <a:spLocks noChangeArrowheads="1"/>
          </p:cNvSpPr>
          <p:nvPr/>
        </p:nvSpPr>
        <p:spPr bwMode="auto">
          <a:xfrm>
            <a:off x="3884613" y="8685213"/>
            <a:ext cx="2973387" cy="458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p>
            <a:pPr algn="r"/>
            <a:r>
              <a:rPr lang="en-US" sz="1000" i="1"/>
              <a:t>3</a:t>
            </a:r>
          </a:p>
        </p:txBody>
      </p:sp>
      <p:sp>
        <p:nvSpPr>
          <p:cNvPr id="9220" name="Rectangle 4"/>
          <p:cNvSpPr>
            <a:spLocks noChangeArrowheads="1"/>
          </p:cNvSpPr>
          <p:nvPr/>
        </p:nvSpPr>
        <p:spPr bwMode="auto">
          <a:xfrm>
            <a:off x="-1588" y="8685213"/>
            <a:ext cx="2971801" cy="458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221" name="Rectangle 5"/>
          <p:cNvSpPr>
            <a:spLocks noChangeArrowheads="1"/>
          </p:cNvSpPr>
          <p:nvPr/>
        </p:nvSpPr>
        <p:spPr bwMode="auto">
          <a:xfrm>
            <a:off x="-1588" y="0"/>
            <a:ext cx="2971801"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222" name="Rectangle 6"/>
          <p:cNvSpPr>
            <a:spLocks noGrp="1" noRot="1" noChangeAspect="1" noChangeArrowheads="1" noTextEdit="1"/>
          </p:cNvSpPr>
          <p:nvPr>
            <p:ph type="sldImg"/>
          </p:nvPr>
        </p:nvSpPr>
        <p:spPr>
          <a:xfrm>
            <a:off x="393700" y="692150"/>
            <a:ext cx="6070600" cy="3416300"/>
          </a:xfrm>
          <a:ln cap="flat"/>
        </p:spPr>
      </p:sp>
      <p:sp>
        <p:nvSpPr>
          <p:cNvPr id="9223" name="Rectangle 7"/>
          <p:cNvSpPr>
            <a:spLocks noGrp="1" noChangeArrowheads="1"/>
          </p:cNvSpPr>
          <p:nvPr>
            <p:ph type="body" idx="1"/>
          </p:nvPr>
        </p:nvSpPr>
        <p:spPr>
          <a:ln/>
        </p:spPr>
        <p:txBody>
          <a:bodyPr/>
          <a:lstStyle/>
          <a:p>
            <a:endParaRPr lang="en-US"/>
          </a:p>
        </p:txBody>
      </p:sp>
    </p:spTree>
    <p:extLst>
      <p:ext uri="{BB962C8B-B14F-4D97-AF65-F5344CB8AC3E}">
        <p14:creationId xmlns:p14="http://schemas.microsoft.com/office/powerpoint/2010/main" val="22287738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fld id="{930485B8-4CB6-4822-96F3-EA71305E23DD}" type="datetime1">
              <a:rPr lang="en-US" sz="1200" smtClean="0"/>
              <a:pPr eaLnBrk="1" hangingPunct="1"/>
              <a:t>7/30/2024</a:t>
            </a:fld>
            <a:endParaRPr lang="en-US" sz="1200"/>
          </a:p>
        </p:txBody>
      </p:sp>
      <p:sp>
        <p:nvSpPr>
          <p:cNvPr id="3379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fld id="{083C6106-FDF3-4605-8BC7-8D2D13B30E65}" type="slidenum">
              <a:rPr lang="en-US" sz="1200" smtClean="0"/>
              <a:pPr eaLnBrk="1" hangingPunct="1"/>
              <a:t>29</a:t>
            </a:fld>
            <a:endParaRPr lang="en-US" sz="1200"/>
          </a:p>
        </p:txBody>
      </p:sp>
      <p:sp>
        <p:nvSpPr>
          <p:cNvPr id="33796" name="Rectangle 2"/>
          <p:cNvSpPr>
            <a:spLocks noGrp="1" noRot="1" noChangeAspect="1" noChangeArrowheads="1" noTextEdit="1"/>
          </p:cNvSpPr>
          <p:nvPr>
            <p:ph type="sldImg"/>
          </p:nvPr>
        </p:nvSpPr>
        <p:spPr>
          <a:ln/>
        </p:spPr>
      </p:sp>
      <p:sp>
        <p:nvSpPr>
          <p:cNvPr id="3379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Arial" pitchFamily="34" charset="0"/>
            </a:endParaRPr>
          </a:p>
        </p:txBody>
      </p:sp>
    </p:spTree>
    <p:extLst>
      <p:ext uri="{BB962C8B-B14F-4D97-AF65-F5344CB8AC3E}">
        <p14:creationId xmlns:p14="http://schemas.microsoft.com/office/powerpoint/2010/main" val="15168627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ChangeArrowheads="1"/>
          </p:cNvSpPr>
          <p:nvPr/>
        </p:nvSpPr>
        <p:spPr bwMode="auto">
          <a:xfrm>
            <a:off x="3884613" y="0"/>
            <a:ext cx="29733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67" name="Rectangle 3"/>
          <p:cNvSpPr>
            <a:spLocks noChangeArrowheads="1"/>
          </p:cNvSpPr>
          <p:nvPr/>
        </p:nvSpPr>
        <p:spPr bwMode="auto">
          <a:xfrm>
            <a:off x="3884613" y="8685213"/>
            <a:ext cx="2973387" cy="458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p>
            <a:pPr algn="r"/>
            <a:r>
              <a:rPr lang="en-US" sz="1000" i="1"/>
              <a:t>4</a:t>
            </a:r>
          </a:p>
        </p:txBody>
      </p:sp>
      <p:sp>
        <p:nvSpPr>
          <p:cNvPr id="11268" name="Rectangle 4"/>
          <p:cNvSpPr>
            <a:spLocks noChangeArrowheads="1"/>
          </p:cNvSpPr>
          <p:nvPr/>
        </p:nvSpPr>
        <p:spPr bwMode="auto">
          <a:xfrm>
            <a:off x="-1588" y="8685213"/>
            <a:ext cx="2971801" cy="458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69" name="Rectangle 5"/>
          <p:cNvSpPr>
            <a:spLocks noChangeArrowheads="1"/>
          </p:cNvSpPr>
          <p:nvPr/>
        </p:nvSpPr>
        <p:spPr bwMode="auto">
          <a:xfrm>
            <a:off x="-1588" y="0"/>
            <a:ext cx="2971801"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70" name="Rectangle 6"/>
          <p:cNvSpPr>
            <a:spLocks noGrp="1" noRot="1" noChangeAspect="1" noChangeArrowheads="1" noTextEdit="1"/>
          </p:cNvSpPr>
          <p:nvPr>
            <p:ph type="sldImg"/>
          </p:nvPr>
        </p:nvSpPr>
        <p:spPr>
          <a:xfrm>
            <a:off x="393700" y="692150"/>
            <a:ext cx="6070600" cy="3416300"/>
          </a:xfrm>
          <a:ln cap="flat"/>
        </p:spPr>
      </p:sp>
      <p:sp>
        <p:nvSpPr>
          <p:cNvPr id="11271" name="Rectangle 7"/>
          <p:cNvSpPr>
            <a:spLocks noGrp="1" noChangeArrowheads="1"/>
          </p:cNvSpPr>
          <p:nvPr>
            <p:ph type="body" idx="1"/>
          </p:nvPr>
        </p:nvSpPr>
        <p:spPr>
          <a:ln/>
        </p:spPr>
        <p:txBody>
          <a:bodyPr/>
          <a:lstStyle/>
          <a:p>
            <a:endParaRPr lang="en-US"/>
          </a:p>
        </p:txBody>
      </p:sp>
    </p:spTree>
    <p:extLst>
      <p:ext uri="{BB962C8B-B14F-4D97-AF65-F5344CB8AC3E}">
        <p14:creationId xmlns:p14="http://schemas.microsoft.com/office/powerpoint/2010/main" val="32926125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fld id="{D70D59B6-5E2D-4503-8B45-E1F8F80FA10C}" type="datetime1">
              <a:rPr lang="en-US" sz="1200" smtClean="0"/>
              <a:pPr eaLnBrk="1" hangingPunct="1"/>
              <a:t>7/30/2024</a:t>
            </a:fld>
            <a:endParaRPr lang="en-US" sz="1200"/>
          </a:p>
        </p:txBody>
      </p:sp>
      <p:sp>
        <p:nvSpPr>
          <p:cNvPr id="3481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fld id="{67C62359-0B9E-4E56-83AF-E02B1A7721FD}" type="slidenum">
              <a:rPr lang="en-US" sz="1200" smtClean="0"/>
              <a:pPr eaLnBrk="1" hangingPunct="1"/>
              <a:t>31</a:t>
            </a:fld>
            <a:endParaRPr lang="en-US" sz="1200"/>
          </a:p>
        </p:txBody>
      </p:sp>
      <p:sp>
        <p:nvSpPr>
          <p:cNvPr id="34820" name="Rectangle 2"/>
          <p:cNvSpPr>
            <a:spLocks noGrp="1" noRot="1" noChangeAspect="1" noChangeArrowheads="1" noTextEdit="1"/>
          </p:cNvSpPr>
          <p:nvPr>
            <p:ph type="sldImg"/>
          </p:nvPr>
        </p:nvSpPr>
        <p:spPr>
          <a:ln/>
        </p:spPr>
      </p:sp>
      <p:sp>
        <p:nvSpPr>
          <p:cNvPr id="3482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Arial" pitchFamily="34" charset="0"/>
            </a:endParaRPr>
          </a:p>
        </p:txBody>
      </p:sp>
    </p:spTree>
    <p:extLst>
      <p:ext uri="{BB962C8B-B14F-4D97-AF65-F5344CB8AC3E}">
        <p14:creationId xmlns:p14="http://schemas.microsoft.com/office/powerpoint/2010/main" val="27417978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fld id="{071E2167-F0E9-472D-BFF0-338186410948}" type="datetime1">
              <a:rPr lang="en-US" sz="1200" smtClean="0"/>
              <a:pPr eaLnBrk="1" hangingPunct="1"/>
              <a:t>7/30/2024</a:t>
            </a:fld>
            <a:endParaRPr lang="en-US" sz="1200"/>
          </a:p>
        </p:txBody>
      </p:sp>
      <p:sp>
        <p:nvSpPr>
          <p:cNvPr id="3584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fld id="{BAAB0F4C-D828-446D-81B7-077B42C46469}" type="slidenum">
              <a:rPr lang="en-US" sz="1200" smtClean="0"/>
              <a:pPr eaLnBrk="1" hangingPunct="1"/>
              <a:t>32</a:t>
            </a:fld>
            <a:endParaRPr lang="en-US" sz="1200"/>
          </a:p>
        </p:txBody>
      </p:sp>
      <p:sp>
        <p:nvSpPr>
          <p:cNvPr id="35844" name="Rectangle 2"/>
          <p:cNvSpPr>
            <a:spLocks noGrp="1" noRot="1" noChangeAspect="1" noChangeArrowheads="1" noTextEdit="1"/>
          </p:cNvSpPr>
          <p:nvPr>
            <p:ph type="sldImg"/>
          </p:nvPr>
        </p:nvSpPr>
        <p:spPr>
          <a:ln/>
        </p:spPr>
      </p:sp>
      <p:sp>
        <p:nvSpPr>
          <p:cNvPr id="3584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Arial" pitchFamily="34" charset="0"/>
            </a:endParaRPr>
          </a:p>
        </p:txBody>
      </p:sp>
    </p:spTree>
    <p:extLst>
      <p:ext uri="{BB962C8B-B14F-4D97-AF65-F5344CB8AC3E}">
        <p14:creationId xmlns:p14="http://schemas.microsoft.com/office/powerpoint/2010/main" val="11451151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fld id="{17CF1FBF-0552-4D3F-A619-A4C3C4503FBA}" type="datetime1">
              <a:rPr lang="en-US" sz="1200" smtClean="0"/>
              <a:pPr eaLnBrk="1" hangingPunct="1"/>
              <a:t>7/30/2024</a:t>
            </a:fld>
            <a:endParaRPr lang="en-US" sz="1200"/>
          </a:p>
        </p:txBody>
      </p:sp>
      <p:sp>
        <p:nvSpPr>
          <p:cNvPr id="3686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fld id="{26FB2577-BE7C-4BF3-9BF8-2B7087D8645F}" type="slidenum">
              <a:rPr lang="en-US" sz="1200" smtClean="0"/>
              <a:pPr eaLnBrk="1" hangingPunct="1"/>
              <a:t>35</a:t>
            </a:fld>
            <a:endParaRPr lang="en-US" sz="1200"/>
          </a:p>
        </p:txBody>
      </p:sp>
      <p:sp>
        <p:nvSpPr>
          <p:cNvPr id="36868" name="Rectangle 2"/>
          <p:cNvSpPr>
            <a:spLocks noGrp="1" noRot="1" noChangeAspect="1" noChangeArrowheads="1" noTextEdit="1"/>
          </p:cNvSpPr>
          <p:nvPr>
            <p:ph type="sldImg"/>
          </p:nvPr>
        </p:nvSpPr>
        <p:spPr>
          <a:ln/>
        </p:spPr>
      </p:sp>
      <p:sp>
        <p:nvSpPr>
          <p:cNvPr id="3686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Arial" pitchFamily="34" charset="0"/>
            </a:endParaRPr>
          </a:p>
        </p:txBody>
      </p:sp>
    </p:spTree>
    <p:extLst>
      <p:ext uri="{BB962C8B-B14F-4D97-AF65-F5344CB8AC3E}">
        <p14:creationId xmlns:p14="http://schemas.microsoft.com/office/powerpoint/2010/main" val="8416347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6FC94B34-B42C-41A0-9D80-70D18A499EAB}" type="slidenum">
              <a:rPr lang="en-GB" smtClean="0"/>
              <a:pPr>
                <a:defRPr/>
              </a:pPr>
              <a:t>36</a:t>
            </a:fld>
            <a:endParaRPr lang="en-GB"/>
          </a:p>
        </p:txBody>
      </p:sp>
    </p:spTree>
    <p:extLst>
      <p:ext uri="{BB962C8B-B14F-4D97-AF65-F5344CB8AC3E}">
        <p14:creationId xmlns:p14="http://schemas.microsoft.com/office/powerpoint/2010/main" val="23412919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fld id="{6757C9C2-C361-47A4-9029-7C2D9C4E6E2A}" type="datetime1">
              <a:rPr lang="en-US" sz="1200" smtClean="0"/>
              <a:pPr eaLnBrk="1" hangingPunct="1"/>
              <a:t>7/30/2024</a:t>
            </a:fld>
            <a:endParaRPr lang="en-US" sz="1200"/>
          </a:p>
        </p:txBody>
      </p:sp>
      <p:sp>
        <p:nvSpPr>
          <p:cNvPr id="3789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fld id="{619B1DE1-4CF0-473A-BC51-8495A823060C}" type="slidenum">
              <a:rPr lang="en-US" sz="1200" smtClean="0"/>
              <a:pPr eaLnBrk="1" hangingPunct="1"/>
              <a:t>37</a:t>
            </a:fld>
            <a:endParaRPr lang="en-US" sz="1200"/>
          </a:p>
        </p:txBody>
      </p:sp>
      <p:sp>
        <p:nvSpPr>
          <p:cNvPr id="37892" name="Rectangle 2"/>
          <p:cNvSpPr>
            <a:spLocks noGrp="1" noRot="1" noChangeAspect="1" noChangeArrowheads="1" noTextEdit="1"/>
          </p:cNvSpPr>
          <p:nvPr>
            <p:ph type="sldImg"/>
          </p:nvPr>
        </p:nvSpPr>
        <p:spPr>
          <a:ln/>
        </p:spPr>
      </p:sp>
      <p:sp>
        <p:nvSpPr>
          <p:cNvPr id="3789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Arial" pitchFamily="34" charset="0"/>
            </a:endParaRPr>
          </a:p>
        </p:txBody>
      </p:sp>
    </p:spTree>
    <p:extLst>
      <p:ext uri="{BB962C8B-B14F-4D97-AF65-F5344CB8AC3E}">
        <p14:creationId xmlns:p14="http://schemas.microsoft.com/office/powerpoint/2010/main" val="13980397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fld id="{05DD5C95-48C0-4803-BB5C-FCAFA8CEF04C}" type="datetime1">
              <a:rPr lang="en-US" sz="1200" smtClean="0"/>
              <a:pPr eaLnBrk="1" hangingPunct="1"/>
              <a:t>7/30/2024</a:t>
            </a:fld>
            <a:endParaRPr lang="en-US" sz="1200"/>
          </a:p>
        </p:txBody>
      </p:sp>
      <p:sp>
        <p:nvSpPr>
          <p:cNvPr id="3993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fld id="{6BFAEB1A-57B8-47EB-A8A2-CCF4ADE69F19}" type="slidenum">
              <a:rPr lang="en-US" sz="1200" smtClean="0"/>
              <a:pPr eaLnBrk="1" hangingPunct="1"/>
              <a:t>38</a:t>
            </a:fld>
            <a:endParaRPr lang="en-US" sz="1200"/>
          </a:p>
        </p:txBody>
      </p:sp>
      <p:sp>
        <p:nvSpPr>
          <p:cNvPr id="39940" name="Rectangle 2"/>
          <p:cNvSpPr>
            <a:spLocks noGrp="1" noRot="1" noChangeAspect="1" noChangeArrowheads="1" noTextEdit="1"/>
          </p:cNvSpPr>
          <p:nvPr>
            <p:ph type="sldImg"/>
          </p:nvPr>
        </p:nvSpPr>
        <p:spPr>
          <a:ln/>
        </p:spPr>
      </p:sp>
      <p:sp>
        <p:nvSpPr>
          <p:cNvPr id="3994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Arial" pitchFamily="34" charset="0"/>
            </a:endParaRPr>
          </a:p>
        </p:txBody>
      </p:sp>
    </p:spTree>
    <p:extLst>
      <p:ext uri="{BB962C8B-B14F-4D97-AF65-F5344CB8AC3E}">
        <p14:creationId xmlns:p14="http://schemas.microsoft.com/office/powerpoint/2010/main" val="39942713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algn="r" eaLnBrk="1" hangingPunct="1"/>
            <a:fld id="{2208C35C-C460-49BD-8560-369545C4DCBA}" type="slidenum">
              <a:rPr lang="en-US" sz="1200"/>
              <a:pPr algn="r" eaLnBrk="1" hangingPunct="1"/>
              <a:t>39</a:t>
            </a:fld>
            <a:endParaRPr lang="en-US" sz="1200"/>
          </a:p>
        </p:txBody>
      </p:sp>
      <p:sp>
        <p:nvSpPr>
          <p:cNvPr id="40963" name="Text Box 2"/>
          <p:cNvSpPr txBox="1">
            <a:spLocks noChangeArrowheads="1"/>
          </p:cNvSpPr>
          <p:nvPr/>
        </p:nvSpPr>
        <p:spPr bwMode="auto">
          <a:xfrm>
            <a:off x="304800" y="1287463"/>
            <a:ext cx="1676400" cy="139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6471" tIns="53236" rIns="106471" bIns="53236">
            <a:spAutoFit/>
          </a:bodyPr>
          <a:lstStyle>
            <a:lvl1pPr defTabSz="901700" eaLnBrk="0" hangingPunct="0">
              <a:defRPr sz="2400">
                <a:solidFill>
                  <a:schemeClr val="tx1"/>
                </a:solidFill>
                <a:latin typeface="Arial" pitchFamily="34" charset="0"/>
              </a:defRPr>
            </a:lvl1pPr>
            <a:lvl2pPr marL="742950" indent="-285750" defTabSz="901700" eaLnBrk="0" hangingPunct="0">
              <a:defRPr sz="2400">
                <a:solidFill>
                  <a:schemeClr val="tx1"/>
                </a:solidFill>
                <a:latin typeface="Arial" pitchFamily="34" charset="0"/>
              </a:defRPr>
            </a:lvl2pPr>
            <a:lvl3pPr marL="1143000" indent="-228600" defTabSz="901700" eaLnBrk="0" hangingPunct="0">
              <a:defRPr sz="2400">
                <a:solidFill>
                  <a:schemeClr val="tx1"/>
                </a:solidFill>
                <a:latin typeface="Arial" pitchFamily="34" charset="0"/>
              </a:defRPr>
            </a:lvl3pPr>
            <a:lvl4pPr marL="1600200" indent="-228600" defTabSz="901700" eaLnBrk="0" hangingPunct="0">
              <a:defRPr sz="2400">
                <a:solidFill>
                  <a:schemeClr val="tx1"/>
                </a:solidFill>
                <a:latin typeface="Arial" pitchFamily="34" charset="0"/>
              </a:defRPr>
            </a:lvl4pPr>
            <a:lvl5pPr marL="2057400" indent="-228600" defTabSz="901700" eaLnBrk="0" hangingPunct="0">
              <a:defRPr sz="2400">
                <a:solidFill>
                  <a:schemeClr val="tx1"/>
                </a:solidFill>
                <a:latin typeface="Arial" pitchFamily="34" charset="0"/>
              </a:defRPr>
            </a:lvl5pPr>
            <a:lvl6pPr marL="2514600" indent="-228600" defTabSz="901700" eaLnBrk="0" fontAlgn="base" hangingPunct="0">
              <a:spcBef>
                <a:spcPct val="0"/>
              </a:spcBef>
              <a:spcAft>
                <a:spcPct val="0"/>
              </a:spcAft>
              <a:defRPr sz="2400">
                <a:solidFill>
                  <a:schemeClr val="tx1"/>
                </a:solidFill>
                <a:latin typeface="Arial" pitchFamily="34" charset="0"/>
              </a:defRPr>
            </a:lvl6pPr>
            <a:lvl7pPr marL="2971800" indent="-228600" defTabSz="901700" eaLnBrk="0" fontAlgn="base" hangingPunct="0">
              <a:spcBef>
                <a:spcPct val="0"/>
              </a:spcBef>
              <a:spcAft>
                <a:spcPct val="0"/>
              </a:spcAft>
              <a:defRPr sz="2400">
                <a:solidFill>
                  <a:schemeClr val="tx1"/>
                </a:solidFill>
                <a:latin typeface="Arial" pitchFamily="34" charset="0"/>
              </a:defRPr>
            </a:lvl7pPr>
            <a:lvl8pPr marL="3429000" indent="-228600" defTabSz="901700" eaLnBrk="0" fontAlgn="base" hangingPunct="0">
              <a:spcBef>
                <a:spcPct val="0"/>
              </a:spcBef>
              <a:spcAft>
                <a:spcPct val="0"/>
              </a:spcAft>
              <a:defRPr sz="2400">
                <a:solidFill>
                  <a:schemeClr val="tx1"/>
                </a:solidFill>
                <a:latin typeface="Arial" pitchFamily="34" charset="0"/>
              </a:defRPr>
            </a:lvl8pPr>
            <a:lvl9pPr marL="3886200" indent="-228600" defTabSz="901700" eaLnBrk="0" fontAlgn="base" hangingPunct="0">
              <a:spcBef>
                <a:spcPct val="0"/>
              </a:spcBef>
              <a:spcAft>
                <a:spcPct val="0"/>
              </a:spcAft>
              <a:defRPr sz="2400">
                <a:solidFill>
                  <a:schemeClr val="tx1"/>
                </a:solidFill>
                <a:latin typeface="Arial" pitchFamily="34" charset="0"/>
              </a:defRPr>
            </a:lvl9pPr>
          </a:lstStyle>
          <a:p>
            <a:pPr>
              <a:spcBef>
                <a:spcPct val="50000"/>
              </a:spcBef>
            </a:pPr>
            <a:r>
              <a:rPr lang="en-US" sz="1000">
                <a:latin typeface="ZapfHumnst BT"/>
              </a:rPr>
              <a:t>Discuss what makes a good abstraction with the students: </a:t>
            </a:r>
          </a:p>
          <a:p>
            <a:pPr>
              <a:spcBef>
                <a:spcPct val="50000"/>
              </a:spcBef>
              <a:buFontTx/>
              <a:buChar char="•"/>
            </a:pPr>
            <a:r>
              <a:rPr lang="en-US" sz="1000">
                <a:latin typeface="ZapfHumnst BT"/>
              </a:rPr>
              <a:t>Concise, </a:t>
            </a:r>
          </a:p>
          <a:p>
            <a:pPr>
              <a:spcBef>
                <a:spcPct val="50000"/>
              </a:spcBef>
              <a:buFontTx/>
              <a:buChar char="•"/>
            </a:pPr>
            <a:r>
              <a:rPr lang="en-US" sz="1000">
                <a:latin typeface="ZapfHumnst BT"/>
              </a:rPr>
              <a:t>Represents a single coherent concept,</a:t>
            </a:r>
          </a:p>
          <a:p>
            <a:pPr>
              <a:spcBef>
                <a:spcPct val="50000"/>
              </a:spcBef>
              <a:buFontTx/>
              <a:buChar char="•"/>
            </a:pPr>
            <a:r>
              <a:rPr lang="en-US" sz="1000">
                <a:latin typeface="ZapfHumnst BT"/>
              </a:rPr>
              <a:t>etc.</a:t>
            </a:r>
          </a:p>
        </p:txBody>
      </p:sp>
      <p:sp>
        <p:nvSpPr>
          <p:cNvPr id="40964" name="Rectangle 3"/>
          <p:cNvSpPr>
            <a:spLocks noGrp="1" noRot="1" noChangeAspect="1" noChangeArrowheads="1" noTextEdit="1"/>
          </p:cNvSpPr>
          <p:nvPr>
            <p:ph type="sldImg"/>
          </p:nvPr>
        </p:nvSpPr>
        <p:spPr>
          <a:xfrm>
            <a:off x="1879600" y="833438"/>
            <a:ext cx="5384800" cy="3028950"/>
          </a:xfrm>
          <a:ln/>
        </p:spPr>
      </p:sp>
      <p:sp>
        <p:nvSpPr>
          <p:cNvPr id="40965" name="Rectangle 4"/>
          <p:cNvSpPr>
            <a:spLocks noGrp="1" noChangeArrowheads="1"/>
          </p:cNvSpPr>
          <p:nvPr>
            <p:ph type="body" idx="1"/>
          </p:nvPr>
        </p:nvSpPr>
        <p:spPr>
          <a:xfrm>
            <a:off x="2581275" y="4165600"/>
            <a:ext cx="3971925" cy="39385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z="1000">
              <a:latin typeface="Arial" pitchFamily="34" charset="0"/>
            </a:endParaRPr>
          </a:p>
        </p:txBody>
      </p:sp>
    </p:spTree>
    <p:extLst>
      <p:ext uri="{BB962C8B-B14F-4D97-AF65-F5344CB8AC3E}">
        <p14:creationId xmlns:p14="http://schemas.microsoft.com/office/powerpoint/2010/main" val="128713405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fld id="{9FDE52B4-8A99-4346-B900-F5A96397534B}" type="datetime1">
              <a:rPr lang="en-US" sz="1200" smtClean="0"/>
              <a:pPr eaLnBrk="1" hangingPunct="1"/>
              <a:t>7/30/2024</a:t>
            </a:fld>
            <a:endParaRPr lang="en-US" sz="1200"/>
          </a:p>
        </p:txBody>
      </p:sp>
      <p:sp>
        <p:nvSpPr>
          <p:cNvPr id="4198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fld id="{BDC25DC9-893D-4E7B-B37F-29519A11C7BC}" type="slidenum">
              <a:rPr lang="en-US" sz="1200" smtClean="0"/>
              <a:pPr eaLnBrk="1" hangingPunct="1"/>
              <a:t>40</a:t>
            </a:fld>
            <a:endParaRPr lang="en-US" sz="1200"/>
          </a:p>
        </p:txBody>
      </p:sp>
      <p:sp>
        <p:nvSpPr>
          <p:cNvPr id="41988" name="Rectangle 2"/>
          <p:cNvSpPr>
            <a:spLocks noGrp="1" noRot="1" noChangeAspect="1" noChangeArrowheads="1" noTextEdit="1"/>
          </p:cNvSpPr>
          <p:nvPr>
            <p:ph type="sldImg"/>
          </p:nvPr>
        </p:nvSpPr>
        <p:spPr>
          <a:ln/>
        </p:spPr>
      </p:sp>
      <p:sp>
        <p:nvSpPr>
          <p:cNvPr id="4198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Arial" pitchFamily="34" charset="0"/>
            </a:endParaRPr>
          </a:p>
        </p:txBody>
      </p:sp>
    </p:spTree>
    <p:extLst>
      <p:ext uri="{BB962C8B-B14F-4D97-AF65-F5344CB8AC3E}">
        <p14:creationId xmlns:p14="http://schemas.microsoft.com/office/powerpoint/2010/main" val="8485594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p:spPr>
        <p:txBody>
          <a:bodyPr/>
          <a:lstStyle>
            <a:lvl1pPr>
              <a:defRPr sz="3200">
                <a:solidFill>
                  <a:schemeClr val="tx1"/>
                </a:solidFill>
                <a:latin typeface="Tahoma" pitchFamily="34" charset="0"/>
              </a:defRPr>
            </a:lvl1pPr>
            <a:lvl2pPr marL="742950" indent="-285750">
              <a:defRPr sz="3200">
                <a:solidFill>
                  <a:schemeClr val="tx1"/>
                </a:solidFill>
                <a:latin typeface="Tahoma" pitchFamily="34" charset="0"/>
              </a:defRPr>
            </a:lvl2pPr>
            <a:lvl3pPr marL="1143000" indent="-228600">
              <a:defRPr sz="3200">
                <a:solidFill>
                  <a:schemeClr val="tx1"/>
                </a:solidFill>
                <a:latin typeface="Tahoma" pitchFamily="34" charset="0"/>
              </a:defRPr>
            </a:lvl3pPr>
            <a:lvl4pPr marL="1600200" indent="-228600">
              <a:defRPr sz="3200">
                <a:solidFill>
                  <a:schemeClr val="tx1"/>
                </a:solidFill>
                <a:latin typeface="Tahoma" pitchFamily="34" charset="0"/>
              </a:defRPr>
            </a:lvl4pPr>
            <a:lvl5pPr marL="2057400" indent="-228600">
              <a:defRPr sz="3200">
                <a:solidFill>
                  <a:schemeClr val="tx1"/>
                </a:solidFill>
                <a:latin typeface="Tahoma" pitchFamily="34" charset="0"/>
              </a:defRPr>
            </a:lvl5pPr>
            <a:lvl6pPr marL="2514600" indent="-228600" eaLnBrk="0" fontAlgn="base" hangingPunct="0">
              <a:spcBef>
                <a:spcPct val="0"/>
              </a:spcBef>
              <a:spcAft>
                <a:spcPct val="0"/>
              </a:spcAft>
              <a:defRPr sz="3200">
                <a:solidFill>
                  <a:schemeClr val="tx1"/>
                </a:solidFill>
                <a:latin typeface="Tahoma" pitchFamily="34" charset="0"/>
              </a:defRPr>
            </a:lvl6pPr>
            <a:lvl7pPr marL="2971800" indent="-228600" eaLnBrk="0" fontAlgn="base" hangingPunct="0">
              <a:spcBef>
                <a:spcPct val="0"/>
              </a:spcBef>
              <a:spcAft>
                <a:spcPct val="0"/>
              </a:spcAft>
              <a:defRPr sz="3200">
                <a:solidFill>
                  <a:schemeClr val="tx1"/>
                </a:solidFill>
                <a:latin typeface="Tahoma" pitchFamily="34" charset="0"/>
              </a:defRPr>
            </a:lvl7pPr>
            <a:lvl8pPr marL="3429000" indent="-228600" eaLnBrk="0" fontAlgn="base" hangingPunct="0">
              <a:spcBef>
                <a:spcPct val="0"/>
              </a:spcBef>
              <a:spcAft>
                <a:spcPct val="0"/>
              </a:spcAft>
              <a:defRPr sz="3200">
                <a:solidFill>
                  <a:schemeClr val="tx1"/>
                </a:solidFill>
                <a:latin typeface="Tahoma" pitchFamily="34" charset="0"/>
              </a:defRPr>
            </a:lvl8pPr>
            <a:lvl9pPr marL="3886200" indent="-228600" eaLnBrk="0" fontAlgn="base" hangingPunct="0">
              <a:spcBef>
                <a:spcPct val="0"/>
              </a:spcBef>
              <a:spcAft>
                <a:spcPct val="0"/>
              </a:spcAft>
              <a:defRPr sz="3200">
                <a:solidFill>
                  <a:schemeClr val="tx1"/>
                </a:solidFill>
                <a:latin typeface="Tahoma" pitchFamily="34" charset="0"/>
              </a:defRPr>
            </a:lvl9pPr>
          </a:lstStyle>
          <a:p>
            <a:fld id="{D9050C6F-833A-462E-8A7B-948269EF8C1F}" type="slidenum">
              <a:rPr lang="en-US" sz="1200">
                <a:latin typeface="Times New Roman" pitchFamily="18" charset="0"/>
              </a:rPr>
              <a:pPr/>
              <a:t>41</a:t>
            </a:fld>
            <a:endParaRPr lang="en-US" sz="1200">
              <a:latin typeface="Times New Roman" pitchFamily="18" charset="0"/>
            </a:endParaRPr>
          </a:p>
        </p:txBody>
      </p:sp>
      <p:sp>
        <p:nvSpPr>
          <p:cNvPr id="39939" name="Rectangle 2"/>
          <p:cNvSpPr>
            <a:spLocks noGrp="1" noRot="1" noChangeAspect="1" noChangeArrowheads="1" noTextEdit="1"/>
          </p:cNvSpPr>
          <p:nvPr>
            <p:ph type="sldImg"/>
          </p:nvPr>
        </p:nvSpPr>
        <p:spPr>
          <a:ln/>
        </p:spPr>
      </p:sp>
      <p:sp>
        <p:nvSpPr>
          <p:cNvPr id="39940" name="Rectangle 3"/>
          <p:cNvSpPr>
            <a:spLocks noGrp="1" noChangeArrowheads="1"/>
          </p:cNvSpPr>
          <p:nvPr>
            <p:ph type="body" idx="1"/>
          </p:nvPr>
        </p:nvSpPr>
        <p:spPr>
          <a:noFill/>
        </p:spPr>
        <p:txBody>
          <a:bodyPr/>
          <a:lstStyle/>
          <a:p>
            <a:r>
              <a:rPr lang="en-US"/>
              <a:t>We have 3 objects, all with the same behaviors.  Instead of implementing similar function 3 times we &lt;click&gt; move the similar function to an ancestor class</a:t>
            </a:r>
          </a:p>
          <a:p>
            <a:endParaRPr lang="en-US"/>
          </a:p>
        </p:txBody>
      </p:sp>
    </p:spTree>
    <p:extLst>
      <p:ext uri="{BB962C8B-B14F-4D97-AF65-F5344CB8AC3E}">
        <p14:creationId xmlns:p14="http://schemas.microsoft.com/office/powerpoint/2010/main" val="156781901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fld id="{2619BC7A-B7B3-4269-9765-980C9AD95A26}" type="datetime1">
              <a:rPr lang="en-US" sz="1200" smtClean="0"/>
              <a:pPr eaLnBrk="1" hangingPunct="1"/>
              <a:t>7/30/2024</a:t>
            </a:fld>
            <a:endParaRPr lang="en-US" sz="1200"/>
          </a:p>
        </p:txBody>
      </p:sp>
      <p:sp>
        <p:nvSpPr>
          <p:cNvPr id="4301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fld id="{2359DA98-8BF4-4154-8B9C-E9FC28421B33}" type="slidenum">
              <a:rPr lang="en-US" sz="1200" smtClean="0"/>
              <a:pPr eaLnBrk="1" hangingPunct="1"/>
              <a:t>42</a:t>
            </a:fld>
            <a:endParaRPr lang="en-US" sz="1200"/>
          </a:p>
        </p:txBody>
      </p:sp>
      <p:sp>
        <p:nvSpPr>
          <p:cNvPr id="43012" name="Rectangle 2"/>
          <p:cNvSpPr>
            <a:spLocks noGrp="1" noRot="1" noChangeAspect="1" noChangeArrowheads="1" noTextEdit="1"/>
          </p:cNvSpPr>
          <p:nvPr>
            <p:ph type="sldImg"/>
          </p:nvPr>
        </p:nvSpPr>
        <p:spPr>
          <a:ln/>
        </p:spPr>
      </p:sp>
      <p:sp>
        <p:nvSpPr>
          <p:cNvPr id="4301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Arial" pitchFamily="34" charset="0"/>
            </a:endParaRPr>
          </a:p>
        </p:txBody>
      </p:sp>
    </p:spTree>
    <p:extLst>
      <p:ext uri="{BB962C8B-B14F-4D97-AF65-F5344CB8AC3E}">
        <p14:creationId xmlns:p14="http://schemas.microsoft.com/office/powerpoint/2010/main" val="411536321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Arial" pitchFamily="34" charset="0"/>
            </a:endParaRPr>
          </a:p>
        </p:txBody>
      </p:sp>
    </p:spTree>
    <p:extLst>
      <p:ext uri="{BB962C8B-B14F-4D97-AF65-F5344CB8AC3E}">
        <p14:creationId xmlns:p14="http://schemas.microsoft.com/office/powerpoint/2010/main" val="28320375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fld id="{683041CA-642D-47BF-9432-39BD6298C5A0}" type="datetime1">
              <a:rPr lang="en-US" sz="1200" smtClean="0"/>
              <a:pPr eaLnBrk="1" hangingPunct="1"/>
              <a:t>7/30/2024</a:t>
            </a:fld>
            <a:endParaRPr lang="en-US" sz="1200"/>
          </a:p>
        </p:txBody>
      </p:sp>
      <p:sp>
        <p:nvSpPr>
          <p:cNvPr id="4505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fld id="{6116EBC3-1A5F-412D-BFB2-FA31F6631325}" type="slidenum">
              <a:rPr lang="en-US" sz="1200" smtClean="0"/>
              <a:pPr eaLnBrk="1" hangingPunct="1"/>
              <a:t>44</a:t>
            </a:fld>
            <a:endParaRPr lang="en-US" sz="1200"/>
          </a:p>
        </p:txBody>
      </p:sp>
      <p:sp>
        <p:nvSpPr>
          <p:cNvPr id="45060" name="Rectangle 2"/>
          <p:cNvSpPr>
            <a:spLocks noGrp="1" noRot="1" noChangeAspect="1" noChangeArrowheads="1" noTextEdit="1"/>
          </p:cNvSpPr>
          <p:nvPr>
            <p:ph type="sldImg"/>
          </p:nvPr>
        </p:nvSpPr>
        <p:spPr>
          <a:ln/>
        </p:spPr>
      </p:sp>
      <p:sp>
        <p:nvSpPr>
          <p:cNvPr id="4506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Arial" pitchFamily="34" charset="0"/>
            </a:endParaRPr>
          </a:p>
        </p:txBody>
      </p:sp>
    </p:spTree>
    <p:extLst>
      <p:ext uri="{BB962C8B-B14F-4D97-AF65-F5344CB8AC3E}">
        <p14:creationId xmlns:p14="http://schemas.microsoft.com/office/powerpoint/2010/main" val="90883910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fld id="{3A010080-12F1-4DA2-9492-DEED5CC92750}" type="datetime1">
              <a:rPr lang="en-US" sz="1200" smtClean="0"/>
              <a:pPr eaLnBrk="1" hangingPunct="1"/>
              <a:t>7/30/2024</a:t>
            </a:fld>
            <a:endParaRPr lang="en-US" sz="1200"/>
          </a:p>
        </p:txBody>
      </p:sp>
      <p:sp>
        <p:nvSpPr>
          <p:cNvPr id="4608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fld id="{44C84DDD-C586-4193-914A-83997D5E5947}" type="slidenum">
              <a:rPr lang="en-US" sz="1200" smtClean="0"/>
              <a:pPr eaLnBrk="1" hangingPunct="1"/>
              <a:t>45</a:t>
            </a:fld>
            <a:endParaRPr lang="en-US" sz="1200"/>
          </a:p>
        </p:txBody>
      </p:sp>
      <p:sp>
        <p:nvSpPr>
          <p:cNvPr id="46084" name="Rectangle 2"/>
          <p:cNvSpPr>
            <a:spLocks noGrp="1" noRot="1" noChangeAspect="1" noChangeArrowheads="1" noTextEdit="1"/>
          </p:cNvSpPr>
          <p:nvPr>
            <p:ph type="sldImg"/>
          </p:nvPr>
        </p:nvSpPr>
        <p:spPr>
          <a:ln/>
        </p:spPr>
      </p:sp>
      <p:sp>
        <p:nvSpPr>
          <p:cNvPr id="4608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Arial" pitchFamily="34" charset="0"/>
            </a:endParaRPr>
          </a:p>
        </p:txBody>
      </p:sp>
    </p:spTree>
    <p:extLst>
      <p:ext uri="{BB962C8B-B14F-4D97-AF65-F5344CB8AC3E}">
        <p14:creationId xmlns:p14="http://schemas.microsoft.com/office/powerpoint/2010/main" val="1589105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fld id="{CF507B54-1342-401F-9B23-28E22D4E2C60}" type="datetime1">
              <a:rPr lang="en-US" sz="1200" smtClean="0"/>
              <a:pPr eaLnBrk="1" hangingPunct="1"/>
              <a:t>7/30/2024</a:t>
            </a:fld>
            <a:endParaRPr lang="en-US" sz="1200"/>
          </a:p>
        </p:txBody>
      </p:sp>
      <p:sp>
        <p:nvSpPr>
          <p:cNvPr id="5837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fld id="{FB17E0B8-02EA-4D03-8B02-FAF96D9F0CF0}" type="slidenum">
              <a:rPr lang="en-US" sz="1200" smtClean="0"/>
              <a:pPr eaLnBrk="1" hangingPunct="1"/>
              <a:t>46</a:t>
            </a:fld>
            <a:endParaRPr lang="en-US" sz="1200"/>
          </a:p>
        </p:txBody>
      </p:sp>
      <p:sp>
        <p:nvSpPr>
          <p:cNvPr id="58372" name="Rectangle 2"/>
          <p:cNvSpPr>
            <a:spLocks noGrp="1" noRot="1" noChangeAspect="1" noChangeArrowheads="1" noTextEdit="1"/>
          </p:cNvSpPr>
          <p:nvPr>
            <p:ph type="sldImg"/>
          </p:nvPr>
        </p:nvSpPr>
        <p:spPr>
          <a:ln/>
        </p:spPr>
      </p:sp>
      <p:sp>
        <p:nvSpPr>
          <p:cNvPr id="5837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Arial" pitchFamily="34" charset="0"/>
            </a:endParaRPr>
          </a:p>
        </p:txBody>
      </p:sp>
    </p:spTree>
    <p:extLst>
      <p:ext uri="{BB962C8B-B14F-4D97-AF65-F5344CB8AC3E}">
        <p14:creationId xmlns:p14="http://schemas.microsoft.com/office/powerpoint/2010/main" val="159365248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fld id="{59CD22CA-0F0E-4958-9123-2BA10A8F8FE0}" type="datetime1">
              <a:rPr lang="en-US" sz="1200" smtClean="0"/>
              <a:pPr eaLnBrk="1" hangingPunct="1"/>
              <a:t>7/30/2024</a:t>
            </a:fld>
            <a:endParaRPr lang="en-US" sz="1200"/>
          </a:p>
        </p:txBody>
      </p:sp>
      <p:sp>
        <p:nvSpPr>
          <p:cNvPr id="4710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fld id="{EA25FB78-F348-48D5-BF69-4B5780D72829}" type="slidenum">
              <a:rPr lang="en-US" sz="1200" smtClean="0"/>
              <a:pPr eaLnBrk="1" hangingPunct="1"/>
              <a:t>48</a:t>
            </a:fld>
            <a:endParaRPr lang="en-US" sz="1200"/>
          </a:p>
        </p:txBody>
      </p:sp>
      <p:sp>
        <p:nvSpPr>
          <p:cNvPr id="47108" name="Rectangle 2"/>
          <p:cNvSpPr>
            <a:spLocks noGrp="1" noRot="1" noChangeAspect="1" noChangeArrowheads="1" noTextEdit="1"/>
          </p:cNvSpPr>
          <p:nvPr>
            <p:ph type="sldImg"/>
          </p:nvPr>
        </p:nvSpPr>
        <p:spPr>
          <a:ln/>
        </p:spPr>
      </p:sp>
      <p:sp>
        <p:nvSpPr>
          <p:cNvPr id="4710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Arial" pitchFamily="34" charset="0"/>
            </a:endParaRPr>
          </a:p>
        </p:txBody>
      </p:sp>
    </p:spTree>
    <p:extLst>
      <p:ext uri="{BB962C8B-B14F-4D97-AF65-F5344CB8AC3E}">
        <p14:creationId xmlns:p14="http://schemas.microsoft.com/office/powerpoint/2010/main" val="59990424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fld id="{6046B1EA-27C9-4586-A277-A55E1D90DE2F}" type="datetime1">
              <a:rPr lang="en-US" sz="1200" smtClean="0"/>
              <a:pPr eaLnBrk="1" hangingPunct="1"/>
              <a:t>7/30/2024</a:t>
            </a:fld>
            <a:endParaRPr lang="en-US" sz="1200"/>
          </a:p>
        </p:txBody>
      </p:sp>
      <p:sp>
        <p:nvSpPr>
          <p:cNvPr id="4813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fld id="{B7780C63-A2A9-409D-9DF8-70178BA337D5}" type="slidenum">
              <a:rPr lang="en-US" sz="1200" smtClean="0"/>
              <a:pPr eaLnBrk="1" hangingPunct="1"/>
              <a:t>49</a:t>
            </a:fld>
            <a:endParaRPr lang="en-US" sz="1200"/>
          </a:p>
        </p:txBody>
      </p:sp>
      <p:sp>
        <p:nvSpPr>
          <p:cNvPr id="48132" name="Rectangle 2"/>
          <p:cNvSpPr>
            <a:spLocks noGrp="1" noRot="1" noChangeAspect="1" noChangeArrowheads="1" noTextEdit="1"/>
          </p:cNvSpPr>
          <p:nvPr>
            <p:ph type="sldImg"/>
          </p:nvPr>
        </p:nvSpPr>
        <p:spPr>
          <a:ln/>
        </p:spPr>
      </p:sp>
      <p:sp>
        <p:nvSpPr>
          <p:cNvPr id="4813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Arial" pitchFamily="34" charset="0"/>
            </a:endParaRPr>
          </a:p>
        </p:txBody>
      </p:sp>
    </p:spTree>
    <p:extLst>
      <p:ext uri="{BB962C8B-B14F-4D97-AF65-F5344CB8AC3E}">
        <p14:creationId xmlns:p14="http://schemas.microsoft.com/office/powerpoint/2010/main" val="255089476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fld id="{18C3D950-C43B-4FED-87EA-2B10796C0BEE}" type="datetime1">
              <a:rPr lang="en-US" sz="1200" smtClean="0"/>
              <a:pPr eaLnBrk="1" hangingPunct="1"/>
              <a:t>7/30/2024</a:t>
            </a:fld>
            <a:endParaRPr lang="en-US" sz="1200"/>
          </a:p>
        </p:txBody>
      </p:sp>
      <p:sp>
        <p:nvSpPr>
          <p:cNvPr id="4915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fld id="{A3BED112-BEDE-417E-B67F-BBD289146EAA}" type="slidenum">
              <a:rPr lang="en-US" sz="1200" smtClean="0"/>
              <a:pPr eaLnBrk="1" hangingPunct="1"/>
              <a:t>50</a:t>
            </a:fld>
            <a:endParaRPr lang="en-US" sz="1200"/>
          </a:p>
        </p:txBody>
      </p:sp>
      <p:sp>
        <p:nvSpPr>
          <p:cNvPr id="49156" name="Rectangle 2"/>
          <p:cNvSpPr>
            <a:spLocks noGrp="1" noRot="1" noChangeAspect="1" noChangeArrowheads="1" noTextEdit="1"/>
          </p:cNvSpPr>
          <p:nvPr>
            <p:ph type="sldImg"/>
          </p:nvPr>
        </p:nvSpPr>
        <p:spPr>
          <a:ln/>
        </p:spPr>
      </p:sp>
      <p:sp>
        <p:nvSpPr>
          <p:cNvPr id="491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Arial" pitchFamily="34" charset="0"/>
            </a:endParaRPr>
          </a:p>
        </p:txBody>
      </p:sp>
    </p:spTree>
    <p:extLst>
      <p:ext uri="{BB962C8B-B14F-4D97-AF65-F5344CB8AC3E}">
        <p14:creationId xmlns:p14="http://schemas.microsoft.com/office/powerpoint/2010/main" val="396189534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fld id="{36A79E4B-B3DF-4F7E-BD9E-4983AA68B9A4}" type="datetime1">
              <a:rPr lang="en-US" sz="1200" smtClean="0"/>
              <a:pPr eaLnBrk="1" hangingPunct="1"/>
              <a:t>7/30/2024</a:t>
            </a:fld>
            <a:endParaRPr lang="en-US" sz="1200"/>
          </a:p>
        </p:txBody>
      </p:sp>
      <p:sp>
        <p:nvSpPr>
          <p:cNvPr id="5017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fld id="{9E63EB93-7275-4753-9081-91BAD0282EFD}" type="slidenum">
              <a:rPr lang="en-US" sz="1200" smtClean="0"/>
              <a:pPr eaLnBrk="1" hangingPunct="1"/>
              <a:t>51</a:t>
            </a:fld>
            <a:endParaRPr lang="en-US" sz="1200"/>
          </a:p>
        </p:txBody>
      </p:sp>
      <p:sp>
        <p:nvSpPr>
          <p:cNvPr id="50180" name="Rectangle 2"/>
          <p:cNvSpPr>
            <a:spLocks noGrp="1" noRot="1" noChangeAspect="1" noChangeArrowheads="1" noTextEdit="1"/>
          </p:cNvSpPr>
          <p:nvPr>
            <p:ph type="sldImg"/>
          </p:nvPr>
        </p:nvSpPr>
        <p:spPr>
          <a:ln/>
        </p:spPr>
      </p:sp>
      <p:sp>
        <p:nvSpPr>
          <p:cNvPr id="5018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Arial" pitchFamily="34" charset="0"/>
            </a:endParaRPr>
          </a:p>
        </p:txBody>
      </p:sp>
    </p:spTree>
    <p:extLst>
      <p:ext uri="{BB962C8B-B14F-4D97-AF65-F5344CB8AC3E}">
        <p14:creationId xmlns:p14="http://schemas.microsoft.com/office/powerpoint/2010/main" val="345513203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fld id="{F02A7038-F242-4900-B27D-B2677CCF0458}" type="datetime1">
              <a:rPr lang="en-US" sz="1200" smtClean="0"/>
              <a:pPr eaLnBrk="1" hangingPunct="1"/>
              <a:t>7/30/2024</a:t>
            </a:fld>
            <a:endParaRPr lang="en-US" sz="1200"/>
          </a:p>
        </p:txBody>
      </p:sp>
      <p:sp>
        <p:nvSpPr>
          <p:cNvPr id="5120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fld id="{6BB3CE6B-CAF5-4E4F-A5F0-1C5306662B93}" type="slidenum">
              <a:rPr lang="en-US" sz="1200" smtClean="0"/>
              <a:pPr eaLnBrk="1" hangingPunct="1"/>
              <a:t>52</a:t>
            </a:fld>
            <a:endParaRPr lang="en-US" sz="1200"/>
          </a:p>
        </p:txBody>
      </p:sp>
      <p:sp>
        <p:nvSpPr>
          <p:cNvPr id="51204" name="Rectangle 2"/>
          <p:cNvSpPr>
            <a:spLocks noGrp="1" noRot="1" noChangeAspect="1" noChangeArrowheads="1" noTextEdit="1"/>
          </p:cNvSpPr>
          <p:nvPr>
            <p:ph type="sldImg"/>
          </p:nvPr>
        </p:nvSpPr>
        <p:spPr>
          <a:ln/>
        </p:spPr>
      </p:sp>
      <p:sp>
        <p:nvSpPr>
          <p:cNvPr id="5120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Arial" pitchFamily="34" charset="0"/>
            </a:endParaRPr>
          </a:p>
        </p:txBody>
      </p:sp>
    </p:spTree>
    <p:extLst>
      <p:ext uri="{BB962C8B-B14F-4D97-AF65-F5344CB8AC3E}">
        <p14:creationId xmlns:p14="http://schemas.microsoft.com/office/powerpoint/2010/main" val="370757891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fld id="{F094A39D-7B1F-4326-979B-601F0734DF5C}" type="datetime1">
              <a:rPr lang="en-US" sz="1200" smtClean="0"/>
              <a:pPr eaLnBrk="1" hangingPunct="1"/>
              <a:t>7/30/2024</a:t>
            </a:fld>
            <a:endParaRPr lang="en-US" sz="1200"/>
          </a:p>
        </p:txBody>
      </p:sp>
      <p:sp>
        <p:nvSpPr>
          <p:cNvPr id="5222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fld id="{647B3033-38E3-4538-9B26-FFD25A2B7905}" type="slidenum">
              <a:rPr lang="en-US" sz="1200" smtClean="0"/>
              <a:pPr eaLnBrk="1" hangingPunct="1"/>
              <a:t>53</a:t>
            </a:fld>
            <a:endParaRPr lang="en-US" sz="1200"/>
          </a:p>
        </p:txBody>
      </p:sp>
      <p:sp>
        <p:nvSpPr>
          <p:cNvPr id="52228" name="Rectangle 2"/>
          <p:cNvSpPr>
            <a:spLocks noGrp="1" noRot="1" noChangeAspect="1" noChangeArrowheads="1" noTextEdit="1"/>
          </p:cNvSpPr>
          <p:nvPr>
            <p:ph type="sldImg"/>
          </p:nvPr>
        </p:nvSpPr>
        <p:spPr>
          <a:ln/>
        </p:spPr>
      </p:sp>
      <p:sp>
        <p:nvSpPr>
          <p:cNvPr id="5222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Arial" pitchFamily="34" charset="0"/>
            </a:endParaRPr>
          </a:p>
        </p:txBody>
      </p:sp>
    </p:spTree>
    <p:extLst>
      <p:ext uri="{BB962C8B-B14F-4D97-AF65-F5344CB8AC3E}">
        <p14:creationId xmlns:p14="http://schemas.microsoft.com/office/powerpoint/2010/main" val="303663744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fld id="{1BA3F8EC-EA29-466B-9109-02CA684A3D27}" type="datetime1">
              <a:rPr lang="en-US" sz="1200" smtClean="0"/>
              <a:pPr eaLnBrk="1" hangingPunct="1"/>
              <a:t>7/30/2024</a:t>
            </a:fld>
            <a:endParaRPr lang="en-US" sz="1200"/>
          </a:p>
        </p:txBody>
      </p:sp>
      <p:sp>
        <p:nvSpPr>
          <p:cNvPr id="5325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fld id="{05F67615-D352-4FB3-9204-89DC2E0BB828}" type="slidenum">
              <a:rPr lang="en-US" sz="1200" smtClean="0"/>
              <a:pPr eaLnBrk="1" hangingPunct="1"/>
              <a:t>54</a:t>
            </a:fld>
            <a:endParaRPr lang="en-US" sz="1200"/>
          </a:p>
        </p:txBody>
      </p:sp>
      <p:sp>
        <p:nvSpPr>
          <p:cNvPr id="53252" name="Rectangle 2"/>
          <p:cNvSpPr>
            <a:spLocks noGrp="1" noRot="1" noChangeAspect="1" noChangeArrowheads="1" noTextEdit="1"/>
          </p:cNvSpPr>
          <p:nvPr>
            <p:ph type="sldImg"/>
          </p:nvPr>
        </p:nvSpPr>
        <p:spPr>
          <a:ln/>
        </p:spPr>
      </p:sp>
      <p:sp>
        <p:nvSpPr>
          <p:cNvPr id="5325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Arial" pitchFamily="34" charset="0"/>
            </a:endParaRPr>
          </a:p>
        </p:txBody>
      </p:sp>
    </p:spTree>
    <p:extLst>
      <p:ext uri="{BB962C8B-B14F-4D97-AF65-F5344CB8AC3E}">
        <p14:creationId xmlns:p14="http://schemas.microsoft.com/office/powerpoint/2010/main" val="112547008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fld id="{8440B9A9-5281-4813-BA6C-A7ECE5FC905F}" type="datetime1">
              <a:rPr lang="en-US" sz="1200" smtClean="0"/>
              <a:pPr eaLnBrk="1" hangingPunct="1"/>
              <a:t>7/30/2024</a:t>
            </a:fld>
            <a:endParaRPr lang="en-US" sz="1200"/>
          </a:p>
        </p:txBody>
      </p:sp>
      <p:sp>
        <p:nvSpPr>
          <p:cNvPr id="5427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fld id="{CFEB3D55-F952-47F4-8A97-A2B37B44232F}" type="slidenum">
              <a:rPr lang="en-US" sz="1200" smtClean="0"/>
              <a:pPr eaLnBrk="1" hangingPunct="1"/>
              <a:t>55</a:t>
            </a:fld>
            <a:endParaRPr lang="en-US" sz="1200"/>
          </a:p>
        </p:txBody>
      </p:sp>
      <p:sp>
        <p:nvSpPr>
          <p:cNvPr id="54276" name="Rectangle 2"/>
          <p:cNvSpPr>
            <a:spLocks noGrp="1" noRot="1" noChangeAspect="1" noChangeArrowheads="1" noTextEdit="1"/>
          </p:cNvSpPr>
          <p:nvPr>
            <p:ph type="sldImg"/>
          </p:nvPr>
        </p:nvSpPr>
        <p:spPr>
          <a:ln/>
        </p:spPr>
      </p:sp>
      <p:sp>
        <p:nvSpPr>
          <p:cNvPr id="5427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Arial" pitchFamily="34" charset="0"/>
            </a:endParaRPr>
          </a:p>
        </p:txBody>
      </p:sp>
    </p:spTree>
    <p:extLst>
      <p:ext uri="{BB962C8B-B14F-4D97-AF65-F5344CB8AC3E}">
        <p14:creationId xmlns:p14="http://schemas.microsoft.com/office/powerpoint/2010/main" val="358460811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fld id="{6025EC7A-5343-4E81-936A-28C8778665FF}" type="datetime1">
              <a:rPr lang="en-US" sz="1200" smtClean="0"/>
              <a:pPr eaLnBrk="1" hangingPunct="1"/>
              <a:t>7/30/2024</a:t>
            </a:fld>
            <a:endParaRPr lang="en-US" sz="1200"/>
          </a:p>
        </p:txBody>
      </p:sp>
      <p:sp>
        <p:nvSpPr>
          <p:cNvPr id="55299"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fld id="{9EA7A5C1-F75E-413C-8EE1-38CEEF04C643}" type="slidenum">
              <a:rPr lang="en-US" sz="1200" smtClean="0"/>
              <a:pPr eaLnBrk="1" hangingPunct="1"/>
              <a:t>56</a:t>
            </a:fld>
            <a:endParaRPr lang="en-US" sz="1200"/>
          </a:p>
        </p:txBody>
      </p:sp>
      <p:sp>
        <p:nvSpPr>
          <p:cNvPr id="55300" name="Rectangle 2"/>
          <p:cNvSpPr>
            <a:spLocks noGrp="1" noRot="1" noChangeAspect="1" noChangeArrowheads="1" noTextEdit="1"/>
          </p:cNvSpPr>
          <p:nvPr>
            <p:ph type="sldImg"/>
          </p:nvPr>
        </p:nvSpPr>
        <p:spPr>
          <a:ln/>
        </p:spPr>
      </p:sp>
      <p:sp>
        <p:nvSpPr>
          <p:cNvPr id="553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Arial" pitchFamily="34" charset="0"/>
            </a:endParaRPr>
          </a:p>
        </p:txBody>
      </p:sp>
    </p:spTree>
    <p:extLst>
      <p:ext uri="{BB962C8B-B14F-4D97-AF65-F5344CB8AC3E}">
        <p14:creationId xmlns:p14="http://schemas.microsoft.com/office/powerpoint/2010/main" val="135282004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fld id="{5EEACA07-AD34-4605-B8AD-84EDAAA54440}" type="datetime1">
              <a:rPr lang="en-US" sz="1200" smtClean="0"/>
              <a:pPr eaLnBrk="1" hangingPunct="1"/>
              <a:t>7/30/2024</a:t>
            </a:fld>
            <a:endParaRPr lang="en-US" sz="1200"/>
          </a:p>
        </p:txBody>
      </p:sp>
      <p:sp>
        <p:nvSpPr>
          <p:cNvPr id="56323"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fld id="{2640002E-A029-4FEF-AB58-969DB32C0323}" type="slidenum">
              <a:rPr lang="en-US" sz="1200" smtClean="0"/>
              <a:pPr eaLnBrk="1" hangingPunct="1"/>
              <a:t>57</a:t>
            </a:fld>
            <a:endParaRPr lang="en-US" sz="1200"/>
          </a:p>
        </p:txBody>
      </p:sp>
      <p:sp>
        <p:nvSpPr>
          <p:cNvPr id="56324" name="Rectangle 2"/>
          <p:cNvSpPr>
            <a:spLocks noGrp="1" noRot="1" noChangeAspect="1" noChangeArrowheads="1" noTextEdit="1"/>
          </p:cNvSpPr>
          <p:nvPr>
            <p:ph type="sldImg"/>
          </p:nvPr>
        </p:nvSpPr>
        <p:spPr>
          <a:ln/>
        </p:spPr>
      </p:sp>
      <p:sp>
        <p:nvSpPr>
          <p:cNvPr id="5632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Arial" pitchFamily="34" charset="0"/>
            </a:endParaRPr>
          </a:p>
        </p:txBody>
      </p:sp>
    </p:spTree>
    <p:extLst>
      <p:ext uri="{BB962C8B-B14F-4D97-AF65-F5344CB8AC3E}">
        <p14:creationId xmlns:p14="http://schemas.microsoft.com/office/powerpoint/2010/main" val="325247788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fld id="{BC697246-2EAD-4409-B2D7-D430CF0767F0}" type="datetime1">
              <a:rPr lang="en-US" sz="1200" smtClean="0"/>
              <a:pPr eaLnBrk="1" hangingPunct="1"/>
              <a:t>7/30/2024</a:t>
            </a:fld>
            <a:endParaRPr lang="en-US" sz="1200"/>
          </a:p>
        </p:txBody>
      </p:sp>
      <p:sp>
        <p:nvSpPr>
          <p:cNvPr id="5734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fld id="{51FEF0F0-2F4E-4AA1-A971-CEA5BF6CF8B5}" type="slidenum">
              <a:rPr lang="en-US" sz="1200" smtClean="0"/>
              <a:pPr eaLnBrk="1" hangingPunct="1"/>
              <a:t>58</a:t>
            </a:fld>
            <a:endParaRPr lang="en-US" sz="1200"/>
          </a:p>
        </p:txBody>
      </p:sp>
      <p:sp>
        <p:nvSpPr>
          <p:cNvPr id="57348" name="Rectangle 2"/>
          <p:cNvSpPr>
            <a:spLocks noGrp="1" noRot="1" noChangeAspect="1" noChangeArrowheads="1" noTextEdit="1"/>
          </p:cNvSpPr>
          <p:nvPr>
            <p:ph type="sldImg"/>
          </p:nvPr>
        </p:nvSpPr>
        <p:spPr>
          <a:ln/>
        </p:spPr>
      </p:sp>
      <p:sp>
        <p:nvSpPr>
          <p:cNvPr id="5734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atin typeface="Arial" pitchFamily="34" charset="0"/>
            </a:endParaRPr>
          </a:p>
        </p:txBody>
      </p:sp>
    </p:spTree>
    <p:extLst>
      <p:ext uri="{BB962C8B-B14F-4D97-AF65-F5344CB8AC3E}">
        <p14:creationId xmlns:p14="http://schemas.microsoft.com/office/powerpoint/2010/main" val="16524144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C4BF8130-1114-424F-9FC7-31CDE3520BF0}" type="slidenum">
              <a:rPr lang="en-US" smtClean="0"/>
              <a:pPr>
                <a:defRPr/>
              </a:pPr>
              <a:t>‹#›</a:t>
            </a:fld>
            <a:endParaRPr lang="en-US"/>
          </a:p>
        </p:txBody>
      </p:sp>
    </p:spTree>
    <p:extLst>
      <p:ext uri="{BB962C8B-B14F-4D97-AF65-F5344CB8AC3E}">
        <p14:creationId xmlns:p14="http://schemas.microsoft.com/office/powerpoint/2010/main" val="26640339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pPr>
              <a:defRPr/>
            </a:pPr>
            <a:endParaRPr lang="en-US">
              <a:solidFill>
                <a:srgbClr val="5E574E"/>
              </a:solidFill>
            </a:endParaRPr>
          </a:p>
        </p:txBody>
      </p:sp>
      <p:sp>
        <p:nvSpPr>
          <p:cNvPr id="5" name="Footer Placeholder 4"/>
          <p:cNvSpPr>
            <a:spLocks noGrp="1"/>
          </p:cNvSpPr>
          <p:nvPr>
            <p:ph type="ftr" sz="quarter" idx="11"/>
          </p:nvPr>
        </p:nvSpPr>
        <p:spPr/>
        <p:txBody>
          <a:bodyPr/>
          <a:lstStyle/>
          <a:p>
            <a:pPr>
              <a:defRPr/>
            </a:pPr>
            <a:endParaRPr lang="en-US">
              <a:solidFill>
                <a:srgbClr val="5E574E"/>
              </a:solidFill>
            </a:endParaRPr>
          </a:p>
        </p:txBody>
      </p:sp>
      <p:sp>
        <p:nvSpPr>
          <p:cNvPr id="6" name="Slide Number Placeholder 5"/>
          <p:cNvSpPr>
            <a:spLocks noGrp="1"/>
          </p:cNvSpPr>
          <p:nvPr>
            <p:ph type="sldNum" sz="quarter" idx="12"/>
          </p:nvPr>
        </p:nvSpPr>
        <p:spPr/>
        <p:txBody>
          <a:bodyPr/>
          <a:lstStyle/>
          <a:p>
            <a:pPr>
              <a:defRPr/>
            </a:pPr>
            <a:fld id="{E56F27F4-0200-4E0E-8236-FA34A582AE03}" type="slidenum">
              <a:rPr lang="en-US" smtClean="0">
                <a:solidFill>
                  <a:srgbClr val="5E574E"/>
                </a:solidFill>
              </a:rPr>
              <a:pPr>
                <a:defRPr/>
              </a:pPr>
              <a:t>‹#›</a:t>
            </a:fld>
            <a:endParaRPr lang="en-US">
              <a:solidFill>
                <a:srgbClr val="5E574E"/>
              </a:solidFill>
            </a:endParaRPr>
          </a:p>
        </p:txBody>
      </p:sp>
    </p:spTree>
    <p:extLst>
      <p:ext uri="{BB962C8B-B14F-4D97-AF65-F5344CB8AC3E}">
        <p14:creationId xmlns:p14="http://schemas.microsoft.com/office/powerpoint/2010/main" val="34664187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pPr>
              <a:defRPr/>
            </a:pPr>
            <a:endParaRPr lang="en-US">
              <a:solidFill>
                <a:srgbClr val="5E574E"/>
              </a:solidFill>
            </a:endParaRPr>
          </a:p>
        </p:txBody>
      </p:sp>
      <p:sp>
        <p:nvSpPr>
          <p:cNvPr id="5" name="Footer Placeholder 4"/>
          <p:cNvSpPr>
            <a:spLocks noGrp="1"/>
          </p:cNvSpPr>
          <p:nvPr>
            <p:ph type="ftr" sz="quarter" idx="11"/>
          </p:nvPr>
        </p:nvSpPr>
        <p:spPr/>
        <p:txBody>
          <a:bodyPr/>
          <a:lstStyle/>
          <a:p>
            <a:pPr>
              <a:defRPr/>
            </a:pPr>
            <a:endParaRPr lang="en-US">
              <a:solidFill>
                <a:srgbClr val="5E574E"/>
              </a:solidFill>
            </a:endParaRPr>
          </a:p>
        </p:txBody>
      </p:sp>
      <p:sp>
        <p:nvSpPr>
          <p:cNvPr id="6" name="Slide Number Placeholder 5"/>
          <p:cNvSpPr>
            <a:spLocks noGrp="1"/>
          </p:cNvSpPr>
          <p:nvPr>
            <p:ph type="sldNum" sz="quarter" idx="12"/>
          </p:nvPr>
        </p:nvSpPr>
        <p:spPr/>
        <p:txBody>
          <a:bodyPr/>
          <a:lstStyle/>
          <a:p>
            <a:pPr>
              <a:defRPr/>
            </a:pPr>
            <a:fld id="{8401C5F6-9081-4494-97AE-9DB53871EEA7}" type="slidenum">
              <a:rPr lang="en-US" smtClean="0">
                <a:solidFill>
                  <a:srgbClr val="5E574E"/>
                </a:solidFill>
              </a:rPr>
              <a:pPr>
                <a:defRPr/>
              </a:pPr>
              <a:t>‹#›</a:t>
            </a:fld>
            <a:endParaRPr lang="en-US">
              <a:solidFill>
                <a:srgbClr val="5E574E"/>
              </a:solidFill>
            </a:endParaRPr>
          </a:p>
        </p:txBody>
      </p:sp>
    </p:spTree>
    <p:extLst>
      <p:ext uri="{BB962C8B-B14F-4D97-AF65-F5344CB8AC3E}">
        <p14:creationId xmlns:p14="http://schemas.microsoft.com/office/powerpoint/2010/main" val="11928421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pPr>
              <a:defRPr/>
            </a:pPr>
            <a:endParaRPr lang="en-US">
              <a:solidFill>
                <a:srgbClr val="5E574E"/>
              </a:solidFill>
            </a:endParaRPr>
          </a:p>
        </p:txBody>
      </p:sp>
      <p:sp>
        <p:nvSpPr>
          <p:cNvPr id="6" name="Footer Placeholder 5"/>
          <p:cNvSpPr>
            <a:spLocks noGrp="1"/>
          </p:cNvSpPr>
          <p:nvPr>
            <p:ph type="ftr" sz="quarter" idx="11"/>
          </p:nvPr>
        </p:nvSpPr>
        <p:spPr/>
        <p:txBody>
          <a:bodyPr/>
          <a:lstStyle/>
          <a:p>
            <a:pPr>
              <a:defRPr/>
            </a:pPr>
            <a:endParaRPr lang="en-US">
              <a:solidFill>
                <a:srgbClr val="5E574E"/>
              </a:solidFill>
            </a:endParaRPr>
          </a:p>
        </p:txBody>
      </p:sp>
      <p:sp>
        <p:nvSpPr>
          <p:cNvPr id="7" name="Slide Number Placeholder 6"/>
          <p:cNvSpPr>
            <a:spLocks noGrp="1"/>
          </p:cNvSpPr>
          <p:nvPr>
            <p:ph type="sldNum" sz="quarter" idx="12"/>
          </p:nvPr>
        </p:nvSpPr>
        <p:spPr/>
        <p:txBody>
          <a:bodyPr/>
          <a:lstStyle/>
          <a:p>
            <a:pPr>
              <a:defRPr/>
            </a:pPr>
            <a:fld id="{64485A6E-9B88-432E-A4F1-C8AF0D0C98C5}" type="slidenum">
              <a:rPr lang="en-US" smtClean="0">
                <a:solidFill>
                  <a:srgbClr val="5E574E"/>
                </a:solidFill>
              </a:rPr>
              <a:pPr>
                <a:defRPr/>
              </a:pPr>
              <a:t>‹#›</a:t>
            </a:fld>
            <a:endParaRPr lang="en-US">
              <a:solidFill>
                <a:srgbClr val="5E574E"/>
              </a:solidFill>
            </a:endParaRPr>
          </a:p>
        </p:txBody>
      </p:sp>
    </p:spTree>
    <p:extLst>
      <p:ext uri="{BB962C8B-B14F-4D97-AF65-F5344CB8AC3E}">
        <p14:creationId xmlns:p14="http://schemas.microsoft.com/office/powerpoint/2010/main" val="24069500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pPr>
              <a:defRPr/>
            </a:pPr>
            <a:endParaRPr lang="en-US">
              <a:solidFill>
                <a:srgbClr val="5E574E"/>
              </a:solidFill>
            </a:endParaRPr>
          </a:p>
        </p:txBody>
      </p:sp>
      <p:sp>
        <p:nvSpPr>
          <p:cNvPr id="8" name="Footer Placeholder 7"/>
          <p:cNvSpPr>
            <a:spLocks noGrp="1"/>
          </p:cNvSpPr>
          <p:nvPr>
            <p:ph type="ftr" sz="quarter" idx="11"/>
          </p:nvPr>
        </p:nvSpPr>
        <p:spPr/>
        <p:txBody>
          <a:bodyPr/>
          <a:lstStyle/>
          <a:p>
            <a:pPr>
              <a:defRPr/>
            </a:pPr>
            <a:endParaRPr lang="en-US">
              <a:solidFill>
                <a:srgbClr val="5E574E"/>
              </a:solidFill>
            </a:endParaRPr>
          </a:p>
        </p:txBody>
      </p:sp>
      <p:sp>
        <p:nvSpPr>
          <p:cNvPr id="9" name="Slide Number Placeholder 8"/>
          <p:cNvSpPr>
            <a:spLocks noGrp="1"/>
          </p:cNvSpPr>
          <p:nvPr>
            <p:ph type="sldNum" sz="quarter" idx="12"/>
          </p:nvPr>
        </p:nvSpPr>
        <p:spPr/>
        <p:txBody>
          <a:bodyPr/>
          <a:lstStyle/>
          <a:p>
            <a:pPr>
              <a:defRPr/>
            </a:pPr>
            <a:fld id="{0F30E0A4-3CDF-4184-8238-44B0751E7424}" type="slidenum">
              <a:rPr lang="en-US" smtClean="0">
                <a:solidFill>
                  <a:srgbClr val="5E574E"/>
                </a:solidFill>
              </a:rPr>
              <a:pPr>
                <a:defRPr/>
              </a:pPr>
              <a:t>‹#›</a:t>
            </a:fld>
            <a:endParaRPr lang="en-US">
              <a:solidFill>
                <a:srgbClr val="5E574E"/>
              </a:solidFill>
            </a:endParaRPr>
          </a:p>
        </p:txBody>
      </p:sp>
    </p:spTree>
    <p:extLst>
      <p:ext uri="{BB962C8B-B14F-4D97-AF65-F5344CB8AC3E}">
        <p14:creationId xmlns:p14="http://schemas.microsoft.com/office/powerpoint/2010/main" val="33621966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pPr>
              <a:defRPr/>
            </a:pPr>
            <a:endParaRPr lang="en-US">
              <a:solidFill>
                <a:srgbClr val="5E574E"/>
              </a:solidFill>
            </a:endParaRPr>
          </a:p>
        </p:txBody>
      </p:sp>
      <p:sp>
        <p:nvSpPr>
          <p:cNvPr id="4" name="Footer Placeholder 3"/>
          <p:cNvSpPr>
            <a:spLocks noGrp="1"/>
          </p:cNvSpPr>
          <p:nvPr>
            <p:ph type="ftr" sz="quarter" idx="11"/>
          </p:nvPr>
        </p:nvSpPr>
        <p:spPr/>
        <p:txBody>
          <a:bodyPr/>
          <a:lstStyle/>
          <a:p>
            <a:pPr>
              <a:defRPr/>
            </a:pPr>
            <a:endParaRPr lang="en-US">
              <a:solidFill>
                <a:srgbClr val="5E574E"/>
              </a:solidFill>
            </a:endParaRPr>
          </a:p>
        </p:txBody>
      </p:sp>
      <p:sp>
        <p:nvSpPr>
          <p:cNvPr id="5" name="Slide Number Placeholder 4"/>
          <p:cNvSpPr>
            <a:spLocks noGrp="1"/>
          </p:cNvSpPr>
          <p:nvPr>
            <p:ph type="sldNum" sz="quarter" idx="12"/>
          </p:nvPr>
        </p:nvSpPr>
        <p:spPr/>
        <p:txBody>
          <a:bodyPr/>
          <a:lstStyle/>
          <a:p>
            <a:pPr>
              <a:defRPr/>
            </a:pPr>
            <a:fld id="{AC8D2E04-DE5A-4C67-9B26-76BEF26F6857}" type="slidenum">
              <a:rPr lang="en-US" smtClean="0">
                <a:solidFill>
                  <a:srgbClr val="5E574E"/>
                </a:solidFill>
              </a:rPr>
              <a:pPr>
                <a:defRPr/>
              </a:pPr>
              <a:t>‹#›</a:t>
            </a:fld>
            <a:endParaRPr lang="en-US">
              <a:solidFill>
                <a:srgbClr val="5E574E"/>
              </a:solidFill>
            </a:endParaRPr>
          </a:p>
        </p:txBody>
      </p:sp>
    </p:spTree>
    <p:extLst>
      <p:ext uri="{BB962C8B-B14F-4D97-AF65-F5344CB8AC3E}">
        <p14:creationId xmlns:p14="http://schemas.microsoft.com/office/powerpoint/2010/main" val="30298422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solidFill>
                <a:srgbClr val="5E574E"/>
              </a:solidFill>
            </a:endParaRPr>
          </a:p>
        </p:txBody>
      </p:sp>
      <p:sp>
        <p:nvSpPr>
          <p:cNvPr id="3" name="Footer Placeholder 2"/>
          <p:cNvSpPr>
            <a:spLocks noGrp="1"/>
          </p:cNvSpPr>
          <p:nvPr>
            <p:ph type="ftr" sz="quarter" idx="11"/>
          </p:nvPr>
        </p:nvSpPr>
        <p:spPr/>
        <p:txBody>
          <a:bodyPr/>
          <a:lstStyle/>
          <a:p>
            <a:pPr>
              <a:defRPr/>
            </a:pPr>
            <a:endParaRPr lang="en-US">
              <a:solidFill>
                <a:srgbClr val="5E574E"/>
              </a:solidFill>
            </a:endParaRPr>
          </a:p>
        </p:txBody>
      </p:sp>
      <p:sp>
        <p:nvSpPr>
          <p:cNvPr id="4" name="Slide Number Placeholder 3"/>
          <p:cNvSpPr>
            <a:spLocks noGrp="1"/>
          </p:cNvSpPr>
          <p:nvPr>
            <p:ph type="sldNum" sz="quarter" idx="12"/>
          </p:nvPr>
        </p:nvSpPr>
        <p:spPr/>
        <p:txBody>
          <a:bodyPr/>
          <a:lstStyle/>
          <a:p>
            <a:pPr>
              <a:defRPr/>
            </a:pPr>
            <a:fld id="{7959C011-DC70-4C52-B3B8-72518F99E2CA}" type="slidenum">
              <a:rPr lang="en-US" smtClean="0">
                <a:solidFill>
                  <a:srgbClr val="5E574E"/>
                </a:solidFill>
              </a:rPr>
              <a:pPr>
                <a:defRPr/>
              </a:pPr>
              <a:t>‹#›</a:t>
            </a:fld>
            <a:endParaRPr lang="en-US">
              <a:solidFill>
                <a:srgbClr val="5E574E"/>
              </a:solidFill>
            </a:endParaRPr>
          </a:p>
        </p:txBody>
      </p:sp>
    </p:spTree>
    <p:extLst>
      <p:ext uri="{BB962C8B-B14F-4D97-AF65-F5344CB8AC3E}">
        <p14:creationId xmlns:p14="http://schemas.microsoft.com/office/powerpoint/2010/main" val="3023168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pPr>
              <a:defRPr/>
            </a:pPr>
            <a:endParaRPr lang="en-US">
              <a:solidFill>
                <a:srgbClr val="5E574E"/>
              </a:solidFill>
            </a:endParaRPr>
          </a:p>
        </p:txBody>
      </p:sp>
      <p:sp>
        <p:nvSpPr>
          <p:cNvPr id="6" name="Footer Placeholder 5"/>
          <p:cNvSpPr>
            <a:spLocks noGrp="1"/>
          </p:cNvSpPr>
          <p:nvPr>
            <p:ph type="ftr" sz="quarter" idx="11"/>
          </p:nvPr>
        </p:nvSpPr>
        <p:spPr/>
        <p:txBody>
          <a:bodyPr/>
          <a:lstStyle/>
          <a:p>
            <a:pPr>
              <a:defRPr/>
            </a:pPr>
            <a:endParaRPr lang="en-US">
              <a:solidFill>
                <a:srgbClr val="5E574E"/>
              </a:solidFill>
            </a:endParaRPr>
          </a:p>
        </p:txBody>
      </p:sp>
      <p:sp>
        <p:nvSpPr>
          <p:cNvPr id="7" name="Slide Number Placeholder 6"/>
          <p:cNvSpPr>
            <a:spLocks noGrp="1"/>
          </p:cNvSpPr>
          <p:nvPr>
            <p:ph type="sldNum" sz="quarter" idx="12"/>
          </p:nvPr>
        </p:nvSpPr>
        <p:spPr/>
        <p:txBody>
          <a:bodyPr/>
          <a:lstStyle/>
          <a:p>
            <a:pPr>
              <a:defRPr/>
            </a:pPr>
            <a:fld id="{54FCBD1E-979F-4B0B-A2C3-74FFE1E0EC9E}" type="slidenum">
              <a:rPr lang="en-US" smtClean="0">
                <a:solidFill>
                  <a:srgbClr val="5E574E"/>
                </a:solidFill>
              </a:rPr>
              <a:pPr>
                <a:defRPr/>
              </a:pPr>
              <a:t>‹#›</a:t>
            </a:fld>
            <a:endParaRPr lang="en-US">
              <a:solidFill>
                <a:srgbClr val="5E574E"/>
              </a:solidFill>
            </a:endParaRPr>
          </a:p>
        </p:txBody>
      </p:sp>
    </p:spTree>
    <p:extLst>
      <p:ext uri="{BB962C8B-B14F-4D97-AF65-F5344CB8AC3E}">
        <p14:creationId xmlns:p14="http://schemas.microsoft.com/office/powerpoint/2010/main" val="36275757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pPr>
              <a:defRPr/>
            </a:pPr>
            <a:endParaRPr lang="en-US">
              <a:solidFill>
                <a:srgbClr val="5E574E"/>
              </a:solidFill>
            </a:endParaRPr>
          </a:p>
        </p:txBody>
      </p:sp>
      <p:sp>
        <p:nvSpPr>
          <p:cNvPr id="6" name="Footer Placeholder 5"/>
          <p:cNvSpPr>
            <a:spLocks noGrp="1"/>
          </p:cNvSpPr>
          <p:nvPr>
            <p:ph type="ftr" sz="quarter" idx="11"/>
          </p:nvPr>
        </p:nvSpPr>
        <p:spPr/>
        <p:txBody>
          <a:bodyPr/>
          <a:lstStyle/>
          <a:p>
            <a:pPr>
              <a:defRPr/>
            </a:pPr>
            <a:endParaRPr lang="en-US">
              <a:solidFill>
                <a:srgbClr val="5E574E"/>
              </a:solidFill>
            </a:endParaRPr>
          </a:p>
        </p:txBody>
      </p:sp>
      <p:sp>
        <p:nvSpPr>
          <p:cNvPr id="7" name="Slide Number Placeholder 6"/>
          <p:cNvSpPr>
            <a:spLocks noGrp="1"/>
          </p:cNvSpPr>
          <p:nvPr>
            <p:ph type="sldNum" sz="quarter" idx="12"/>
          </p:nvPr>
        </p:nvSpPr>
        <p:spPr/>
        <p:txBody>
          <a:bodyPr/>
          <a:lstStyle/>
          <a:p>
            <a:pPr>
              <a:defRPr/>
            </a:pPr>
            <a:fld id="{C4288857-4A5D-4EF9-A602-6A648F0B7BBA}" type="slidenum">
              <a:rPr lang="en-US" smtClean="0">
                <a:solidFill>
                  <a:srgbClr val="5E574E"/>
                </a:solidFill>
              </a:rPr>
              <a:pPr>
                <a:defRPr/>
              </a:pPr>
              <a:t>‹#›</a:t>
            </a:fld>
            <a:endParaRPr lang="en-US">
              <a:solidFill>
                <a:srgbClr val="5E574E"/>
              </a:solidFill>
            </a:endParaRPr>
          </a:p>
        </p:txBody>
      </p:sp>
    </p:spTree>
    <p:extLst>
      <p:ext uri="{BB962C8B-B14F-4D97-AF65-F5344CB8AC3E}">
        <p14:creationId xmlns:p14="http://schemas.microsoft.com/office/powerpoint/2010/main" val="42828557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pPr>
              <a:defRPr/>
            </a:pPr>
            <a:endParaRPr lang="en-US">
              <a:solidFill>
                <a:srgbClr val="5E574E"/>
              </a:solidFill>
            </a:endParaRPr>
          </a:p>
        </p:txBody>
      </p:sp>
      <p:sp>
        <p:nvSpPr>
          <p:cNvPr id="5" name="Footer Placeholder 4"/>
          <p:cNvSpPr>
            <a:spLocks noGrp="1"/>
          </p:cNvSpPr>
          <p:nvPr>
            <p:ph type="ftr" sz="quarter" idx="11"/>
          </p:nvPr>
        </p:nvSpPr>
        <p:spPr/>
        <p:txBody>
          <a:bodyPr/>
          <a:lstStyle/>
          <a:p>
            <a:pPr>
              <a:defRPr/>
            </a:pPr>
            <a:endParaRPr lang="en-US">
              <a:solidFill>
                <a:srgbClr val="5E574E"/>
              </a:solidFill>
            </a:endParaRPr>
          </a:p>
        </p:txBody>
      </p:sp>
      <p:sp>
        <p:nvSpPr>
          <p:cNvPr id="6" name="Slide Number Placeholder 5"/>
          <p:cNvSpPr>
            <a:spLocks noGrp="1"/>
          </p:cNvSpPr>
          <p:nvPr>
            <p:ph type="sldNum" sz="quarter" idx="12"/>
          </p:nvPr>
        </p:nvSpPr>
        <p:spPr/>
        <p:txBody>
          <a:bodyPr/>
          <a:lstStyle/>
          <a:p>
            <a:pPr>
              <a:defRPr/>
            </a:pPr>
            <a:fld id="{67433E5D-8592-4997-8391-9B20B15F2B7D}" type="slidenum">
              <a:rPr lang="en-US" smtClean="0">
                <a:solidFill>
                  <a:srgbClr val="5E574E"/>
                </a:solidFill>
              </a:rPr>
              <a:pPr>
                <a:defRPr/>
              </a:pPr>
              <a:t>‹#›</a:t>
            </a:fld>
            <a:endParaRPr lang="en-US">
              <a:solidFill>
                <a:srgbClr val="5E574E"/>
              </a:solidFill>
            </a:endParaRPr>
          </a:p>
        </p:txBody>
      </p:sp>
    </p:spTree>
    <p:extLst>
      <p:ext uri="{BB962C8B-B14F-4D97-AF65-F5344CB8AC3E}">
        <p14:creationId xmlns:p14="http://schemas.microsoft.com/office/powerpoint/2010/main" val="22577542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pPr>
              <a:defRPr/>
            </a:pPr>
            <a:endParaRPr lang="en-US">
              <a:solidFill>
                <a:srgbClr val="5E574E"/>
              </a:solidFill>
            </a:endParaRPr>
          </a:p>
        </p:txBody>
      </p:sp>
      <p:sp>
        <p:nvSpPr>
          <p:cNvPr id="5" name="Footer Placeholder 4"/>
          <p:cNvSpPr>
            <a:spLocks noGrp="1"/>
          </p:cNvSpPr>
          <p:nvPr>
            <p:ph type="ftr" sz="quarter" idx="11"/>
          </p:nvPr>
        </p:nvSpPr>
        <p:spPr/>
        <p:txBody>
          <a:bodyPr/>
          <a:lstStyle/>
          <a:p>
            <a:pPr>
              <a:defRPr/>
            </a:pPr>
            <a:endParaRPr lang="en-US">
              <a:solidFill>
                <a:srgbClr val="5E574E"/>
              </a:solidFill>
            </a:endParaRPr>
          </a:p>
        </p:txBody>
      </p:sp>
      <p:sp>
        <p:nvSpPr>
          <p:cNvPr id="6" name="Slide Number Placeholder 5"/>
          <p:cNvSpPr>
            <a:spLocks noGrp="1"/>
          </p:cNvSpPr>
          <p:nvPr>
            <p:ph type="sldNum" sz="quarter" idx="12"/>
          </p:nvPr>
        </p:nvSpPr>
        <p:spPr/>
        <p:txBody>
          <a:bodyPr/>
          <a:lstStyle/>
          <a:p>
            <a:pPr>
              <a:defRPr/>
            </a:pPr>
            <a:fld id="{06B5C660-A39E-477E-B7A5-718421807EF8}" type="slidenum">
              <a:rPr lang="en-US" smtClean="0">
                <a:solidFill>
                  <a:srgbClr val="5E574E"/>
                </a:solidFill>
              </a:rPr>
              <a:pPr>
                <a:defRPr/>
              </a:pPr>
              <a:t>‹#›</a:t>
            </a:fld>
            <a:endParaRPr lang="en-US">
              <a:solidFill>
                <a:srgbClr val="5E574E"/>
              </a:solidFill>
            </a:endParaRPr>
          </a:p>
        </p:txBody>
      </p:sp>
    </p:spTree>
    <p:extLst>
      <p:ext uri="{BB962C8B-B14F-4D97-AF65-F5344CB8AC3E}">
        <p14:creationId xmlns:p14="http://schemas.microsoft.com/office/powerpoint/2010/main" val="13606505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7" descr="A:\paint.GIF"/>
          <p:cNvPicPr>
            <a:picLocks noChangeAspect="1" noChangeArrowheads="1"/>
          </p:cNvPicPr>
          <p:nvPr/>
        </p:nvPicPr>
        <p:blipFill>
          <a:blip r:embed="rId2">
            <a:clrChange>
              <a:clrFrom>
                <a:srgbClr val="C0C0C0"/>
              </a:clrFrom>
              <a:clrTo>
                <a:srgbClr val="C0C0C0">
                  <a:alpha val="0"/>
                </a:srgbClr>
              </a:clrTo>
            </a:clrChange>
            <a:extLst>
              <a:ext uri="{28A0092B-C50C-407E-A947-70E740481C1C}">
                <a14:useLocalDpi xmlns:a14="http://schemas.microsoft.com/office/drawing/2010/main" val="0"/>
              </a:ext>
            </a:extLst>
          </a:blip>
          <a:srcRect/>
          <a:stretch>
            <a:fillRect/>
          </a:stretch>
        </p:blipFill>
        <p:spPr bwMode="auto">
          <a:xfrm>
            <a:off x="1219200" y="1828801"/>
            <a:ext cx="10972800" cy="384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4338" name="Rectangle 2"/>
          <p:cNvSpPr>
            <a:spLocks noGrp="1" noChangeArrowheads="1"/>
          </p:cNvSpPr>
          <p:nvPr>
            <p:ph type="ctrTitle"/>
          </p:nvPr>
        </p:nvSpPr>
        <p:spPr>
          <a:xfrm>
            <a:off x="1219200" y="685800"/>
            <a:ext cx="10295467" cy="1143000"/>
          </a:xfrm>
        </p:spPr>
        <p:txBody>
          <a:bodyPr/>
          <a:lstStyle>
            <a:lvl1pPr>
              <a:defRPr/>
            </a:lvl1pPr>
          </a:lstStyle>
          <a:p>
            <a:pPr lvl="0"/>
            <a:r>
              <a:rPr lang="en-US" noProof="0"/>
              <a:t>Click to edit Master title style</a:t>
            </a:r>
          </a:p>
        </p:txBody>
      </p:sp>
      <p:sp>
        <p:nvSpPr>
          <p:cNvPr id="14339" name="Rectangle 3"/>
          <p:cNvSpPr>
            <a:spLocks noGrp="1" noChangeArrowheads="1"/>
          </p:cNvSpPr>
          <p:nvPr>
            <p:ph type="subTitle" idx="1"/>
          </p:nvPr>
        </p:nvSpPr>
        <p:spPr>
          <a:xfrm>
            <a:off x="2844800" y="3886200"/>
            <a:ext cx="8534400" cy="1771650"/>
          </a:xfrm>
        </p:spPr>
        <p:txBody>
          <a:bodyPr/>
          <a:lstStyle>
            <a:lvl1pPr marL="0" indent="0">
              <a:buFont typeface="Monotype Sorts" pitchFamily="2" charset="2"/>
              <a:buNone/>
              <a:defRPr>
                <a:latin typeface="Arial Black" pitchFamily="34" charset="0"/>
              </a:defRPr>
            </a:lvl1pPr>
          </a:lstStyle>
          <a:p>
            <a:pPr lvl="0"/>
            <a:r>
              <a:rPr lang="en-US" noProof="0"/>
              <a:t>Click to edit Master subtitle style</a:t>
            </a:r>
          </a:p>
        </p:txBody>
      </p:sp>
      <p:sp>
        <p:nvSpPr>
          <p:cNvPr id="5" name="Rectangle 4"/>
          <p:cNvSpPr>
            <a:spLocks noGrp="1" noChangeArrowheads="1"/>
          </p:cNvSpPr>
          <p:nvPr>
            <p:ph type="dt" sz="half" idx="10"/>
          </p:nvPr>
        </p:nvSpPr>
        <p:spPr>
          <a:xfrm>
            <a:off x="948267" y="6229350"/>
            <a:ext cx="2573867" cy="514350"/>
          </a:xfrm>
        </p:spPr>
        <p:txBody>
          <a:bodyPr/>
          <a:lstStyle>
            <a:lvl1pPr>
              <a:defRPr smtClean="0">
                <a:solidFill>
                  <a:srgbClr val="5E574E"/>
                </a:solidFill>
              </a:defRPr>
            </a:lvl1pPr>
          </a:lstStyle>
          <a:p>
            <a:pPr>
              <a:defRPr/>
            </a:pPr>
            <a:endParaRPr lang="en-US"/>
          </a:p>
        </p:txBody>
      </p:sp>
      <p:sp>
        <p:nvSpPr>
          <p:cNvPr id="6" name="Rectangle 5"/>
          <p:cNvSpPr>
            <a:spLocks noGrp="1" noChangeArrowheads="1"/>
          </p:cNvSpPr>
          <p:nvPr>
            <p:ph type="ftr" sz="quarter" idx="11"/>
          </p:nvPr>
        </p:nvSpPr>
        <p:spPr>
          <a:xfrm>
            <a:off x="4199467" y="6229350"/>
            <a:ext cx="3793067" cy="514350"/>
          </a:xfrm>
        </p:spPr>
        <p:txBody>
          <a:bodyPr/>
          <a:lstStyle>
            <a:lvl1pPr>
              <a:defRPr smtClean="0">
                <a:solidFill>
                  <a:srgbClr val="5E574E"/>
                </a:solidFill>
              </a:defRPr>
            </a:lvl1pPr>
          </a:lstStyle>
          <a:p>
            <a:pPr>
              <a:defRPr/>
            </a:pPr>
            <a:endParaRPr lang="en-US"/>
          </a:p>
        </p:txBody>
      </p:sp>
      <p:sp>
        <p:nvSpPr>
          <p:cNvPr id="7" name="Rectangle 6"/>
          <p:cNvSpPr>
            <a:spLocks noGrp="1" noChangeArrowheads="1"/>
          </p:cNvSpPr>
          <p:nvPr>
            <p:ph type="sldNum" sz="quarter" idx="12"/>
          </p:nvPr>
        </p:nvSpPr>
        <p:spPr>
          <a:xfrm>
            <a:off x="8805333" y="6229350"/>
            <a:ext cx="2438400" cy="514350"/>
          </a:xfrm>
        </p:spPr>
        <p:txBody>
          <a:bodyPr/>
          <a:lstStyle>
            <a:lvl1pPr>
              <a:defRPr smtClean="0">
                <a:solidFill>
                  <a:srgbClr val="5E574E"/>
                </a:solidFill>
              </a:defRPr>
            </a:lvl1pPr>
          </a:lstStyle>
          <a:p>
            <a:pPr>
              <a:defRPr/>
            </a:pPr>
            <a:fld id="{C4BF8130-1114-424F-9FC7-31CDE3520BF0}" type="slidenum">
              <a:rPr lang="en-US"/>
              <a:pPr>
                <a:defRPr/>
              </a:pPr>
              <a:t>‹#›</a:t>
            </a:fld>
            <a:endParaRPr lang="en-US"/>
          </a:p>
        </p:txBody>
      </p:sp>
    </p:spTree>
    <p:extLst>
      <p:ext uri="{BB962C8B-B14F-4D97-AF65-F5344CB8AC3E}">
        <p14:creationId xmlns:p14="http://schemas.microsoft.com/office/powerpoint/2010/main" val="34542103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E56F27F4-0200-4E0E-8236-FA34A582AE03}" type="slidenum">
              <a:rPr lang="en-US"/>
              <a:pPr>
                <a:defRPr/>
              </a:pPr>
              <a:t>‹#›</a:t>
            </a:fld>
            <a:endParaRPr lang="en-US"/>
          </a:p>
        </p:txBody>
      </p:sp>
    </p:spTree>
    <p:extLst>
      <p:ext uri="{BB962C8B-B14F-4D97-AF65-F5344CB8AC3E}">
        <p14:creationId xmlns:p14="http://schemas.microsoft.com/office/powerpoint/2010/main" val="21156460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8401C5F6-9081-4494-97AE-9DB53871EEA7}" type="slidenum">
              <a:rPr lang="en-US"/>
              <a:pPr>
                <a:defRPr/>
              </a:pPr>
              <a:t>‹#›</a:t>
            </a:fld>
            <a:endParaRPr lang="en-US"/>
          </a:p>
        </p:txBody>
      </p:sp>
    </p:spTree>
    <p:extLst>
      <p:ext uri="{BB962C8B-B14F-4D97-AF65-F5344CB8AC3E}">
        <p14:creationId xmlns:p14="http://schemas.microsoft.com/office/powerpoint/2010/main" val="22379446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885950"/>
            <a:ext cx="5350933" cy="41719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63734" y="1885950"/>
            <a:ext cx="5350933" cy="41719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64485A6E-9B88-432E-A4F1-C8AF0D0C98C5}" type="slidenum">
              <a:rPr lang="en-US"/>
              <a:pPr>
                <a:defRPr/>
              </a:pPr>
              <a:t>‹#›</a:t>
            </a:fld>
            <a:endParaRPr lang="en-US"/>
          </a:p>
        </p:txBody>
      </p:sp>
    </p:spTree>
    <p:extLst>
      <p:ext uri="{BB962C8B-B14F-4D97-AF65-F5344CB8AC3E}">
        <p14:creationId xmlns:p14="http://schemas.microsoft.com/office/powerpoint/2010/main" val="27410610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0F30E0A4-3CDF-4184-8238-44B0751E7424}" type="slidenum">
              <a:rPr lang="en-US"/>
              <a:pPr>
                <a:defRPr/>
              </a:pPr>
              <a:t>‹#›</a:t>
            </a:fld>
            <a:endParaRPr lang="en-US"/>
          </a:p>
        </p:txBody>
      </p:sp>
    </p:spTree>
    <p:extLst>
      <p:ext uri="{BB962C8B-B14F-4D97-AF65-F5344CB8AC3E}">
        <p14:creationId xmlns:p14="http://schemas.microsoft.com/office/powerpoint/2010/main" val="28869326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AC8D2E04-DE5A-4C67-9B26-76BEF26F6857}" type="slidenum">
              <a:rPr lang="en-US"/>
              <a:pPr>
                <a:defRPr/>
              </a:pPr>
              <a:t>‹#›</a:t>
            </a:fld>
            <a:endParaRPr lang="en-US"/>
          </a:p>
        </p:txBody>
      </p:sp>
    </p:spTree>
    <p:extLst>
      <p:ext uri="{BB962C8B-B14F-4D97-AF65-F5344CB8AC3E}">
        <p14:creationId xmlns:p14="http://schemas.microsoft.com/office/powerpoint/2010/main" val="37155395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7959C011-DC70-4C52-B3B8-72518F99E2CA}" type="slidenum">
              <a:rPr lang="en-US"/>
              <a:pPr>
                <a:defRPr/>
              </a:pPr>
              <a:t>‹#›</a:t>
            </a:fld>
            <a:endParaRPr lang="en-US"/>
          </a:p>
        </p:txBody>
      </p:sp>
    </p:spTree>
    <p:extLst>
      <p:ext uri="{BB962C8B-B14F-4D97-AF65-F5344CB8AC3E}">
        <p14:creationId xmlns:p14="http://schemas.microsoft.com/office/powerpoint/2010/main" val="2508606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54FCBD1E-979F-4B0B-A2C3-74FFE1E0EC9E}" type="slidenum">
              <a:rPr lang="en-US"/>
              <a:pPr>
                <a:defRPr/>
              </a:pPr>
              <a:t>‹#›</a:t>
            </a:fld>
            <a:endParaRPr lang="en-US"/>
          </a:p>
        </p:txBody>
      </p:sp>
    </p:spTree>
    <p:extLst>
      <p:ext uri="{BB962C8B-B14F-4D97-AF65-F5344CB8AC3E}">
        <p14:creationId xmlns:p14="http://schemas.microsoft.com/office/powerpoint/2010/main" val="132445775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C4288857-4A5D-4EF9-A602-6A648F0B7BBA}" type="slidenum">
              <a:rPr lang="en-US"/>
              <a:pPr>
                <a:defRPr/>
              </a:pPr>
              <a:t>‹#›</a:t>
            </a:fld>
            <a:endParaRPr lang="en-US"/>
          </a:p>
        </p:txBody>
      </p:sp>
    </p:spTree>
    <p:extLst>
      <p:ext uri="{BB962C8B-B14F-4D97-AF65-F5344CB8AC3E}">
        <p14:creationId xmlns:p14="http://schemas.microsoft.com/office/powerpoint/2010/main" val="357399665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67433E5D-8592-4997-8391-9B20B15F2B7D}" type="slidenum">
              <a:rPr lang="en-US"/>
              <a:pPr>
                <a:defRPr/>
              </a:pPr>
              <a:t>‹#›</a:t>
            </a:fld>
            <a:endParaRPr lang="en-US"/>
          </a:p>
        </p:txBody>
      </p:sp>
    </p:spTree>
    <p:extLst>
      <p:ext uri="{BB962C8B-B14F-4D97-AF65-F5344CB8AC3E}">
        <p14:creationId xmlns:p14="http://schemas.microsoft.com/office/powerpoint/2010/main" val="297249675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71467" y="228600"/>
            <a:ext cx="2743200" cy="58293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41867" y="228600"/>
            <a:ext cx="8026400" cy="58293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06B5C660-A39E-477E-B7A5-718421807EF8}" type="slidenum">
              <a:rPr lang="en-US"/>
              <a:pPr>
                <a:defRPr/>
              </a:pPr>
              <a:t>‹#›</a:t>
            </a:fld>
            <a:endParaRPr lang="en-US"/>
          </a:p>
        </p:txBody>
      </p:sp>
    </p:spTree>
    <p:extLst>
      <p:ext uri="{BB962C8B-B14F-4D97-AF65-F5344CB8AC3E}">
        <p14:creationId xmlns:p14="http://schemas.microsoft.com/office/powerpoint/2010/main" val="19158496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dgm">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SmartArt Placeholder 2"/>
          <p:cNvSpPr>
            <a:spLocks noGrp="1"/>
          </p:cNvSpPr>
          <p:nvPr>
            <p:ph type="dgm" idx="1"/>
          </p:nvPr>
        </p:nvSpPr>
        <p:spPr>
          <a:xfrm>
            <a:off x="609600" y="1600201"/>
            <a:ext cx="10972800" cy="4525963"/>
          </a:xfrm>
        </p:spPr>
        <p:txBody>
          <a:bodyPr/>
          <a:lstStyle/>
          <a:p>
            <a:pPr lvl="0"/>
            <a:endParaRPr lang="en-US" noProof="0"/>
          </a:p>
        </p:txBody>
      </p:sp>
    </p:spTree>
    <p:extLst>
      <p:ext uri="{BB962C8B-B14F-4D97-AF65-F5344CB8AC3E}">
        <p14:creationId xmlns:p14="http://schemas.microsoft.com/office/powerpoint/2010/main" val="147475933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C4BF8130-1114-424F-9FC7-31CDE3520BF0}" type="slidenum">
              <a:rPr lang="en-US" smtClean="0"/>
              <a:pPr>
                <a:defRPr/>
              </a:pPr>
              <a:t>‹#›</a:t>
            </a:fld>
            <a:endParaRPr lang="en-US"/>
          </a:p>
        </p:txBody>
      </p:sp>
    </p:spTree>
    <p:extLst>
      <p:ext uri="{BB962C8B-B14F-4D97-AF65-F5344CB8AC3E}">
        <p14:creationId xmlns:p14="http://schemas.microsoft.com/office/powerpoint/2010/main" val="412644375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pPr>
              <a:defRPr/>
            </a:pPr>
            <a:endParaRPr lang="en-US">
              <a:solidFill>
                <a:srgbClr val="5E574E"/>
              </a:solidFill>
            </a:endParaRPr>
          </a:p>
        </p:txBody>
      </p:sp>
      <p:sp>
        <p:nvSpPr>
          <p:cNvPr id="5" name="Footer Placeholder 4"/>
          <p:cNvSpPr>
            <a:spLocks noGrp="1"/>
          </p:cNvSpPr>
          <p:nvPr>
            <p:ph type="ftr" sz="quarter" idx="11"/>
          </p:nvPr>
        </p:nvSpPr>
        <p:spPr/>
        <p:txBody>
          <a:bodyPr/>
          <a:lstStyle/>
          <a:p>
            <a:pPr>
              <a:defRPr/>
            </a:pPr>
            <a:endParaRPr lang="en-US">
              <a:solidFill>
                <a:srgbClr val="5E574E"/>
              </a:solidFill>
            </a:endParaRPr>
          </a:p>
        </p:txBody>
      </p:sp>
      <p:sp>
        <p:nvSpPr>
          <p:cNvPr id="6" name="Slide Number Placeholder 5"/>
          <p:cNvSpPr>
            <a:spLocks noGrp="1"/>
          </p:cNvSpPr>
          <p:nvPr>
            <p:ph type="sldNum" sz="quarter" idx="12"/>
          </p:nvPr>
        </p:nvSpPr>
        <p:spPr/>
        <p:txBody>
          <a:bodyPr/>
          <a:lstStyle/>
          <a:p>
            <a:pPr>
              <a:defRPr/>
            </a:pPr>
            <a:fld id="{E56F27F4-0200-4E0E-8236-FA34A582AE03}" type="slidenum">
              <a:rPr lang="en-US" smtClean="0">
                <a:solidFill>
                  <a:srgbClr val="5E574E"/>
                </a:solidFill>
              </a:rPr>
              <a:pPr>
                <a:defRPr/>
              </a:pPr>
              <a:t>‹#›</a:t>
            </a:fld>
            <a:endParaRPr lang="en-US">
              <a:solidFill>
                <a:srgbClr val="5E574E"/>
              </a:solidFill>
            </a:endParaRPr>
          </a:p>
        </p:txBody>
      </p:sp>
    </p:spTree>
    <p:extLst>
      <p:ext uri="{BB962C8B-B14F-4D97-AF65-F5344CB8AC3E}">
        <p14:creationId xmlns:p14="http://schemas.microsoft.com/office/powerpoint/2010/main" val="191101705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pPr>
              <a:defRPr/>
            </a:pPr>
            <a:endParaRPr lang="en-US">
              <a:solidFill>
                <a:srgbClr val="5E574E"/>
              </a:solidFill>
            </a:endParaRPr>
          </a:p>
        </p:txBody>
      </p:sp>
      <p:sp>
        <p:nvSpPr>
          <p:cNvPr id="5" name="Footer Placeholder 4"/>
          <p:cNvSpPr>
            <a:spLocks noGrp="1"/>
          </p:cNvSpPr>
          <p:nvPr>
            <p:ph type="ftr" sz="quarter" idx="11"/>
          </p:nvPr>
        </p:nvSpPr>
        <p:spPr/>
        <p:txBody>
          <a:bodyPr/>
          <a:lstStyle/>
          <a:p>
            <a:pPr>
              <a:defRPr/>
            </a:pPr>
            <a:endParaRPr lang="en-US">
              <a:solidFill>
                <a:srgbClr val="5E574E"/>
              </a:solidFill>
            </a:endParaRPr>
          </a:p>
        </p:txBody>
      </p:sp>
      <p:sp>
        <p:nvSpPr>
          <p:cNvPr id="6" name="Slide Number Placeholder 5"/>
          <p:cNvSpPr>
            <a:spLocks noGrp="1"/>
          </p:cNvSpPr>
          <p:nvPr>
            <p:ph type="sldNum" sz="quarter" idx="12"/>
          </p:nvPr>
        </p:nvSpPr>
        <p:spPr/>
        <p:txBody>
          <a:bodyPr/>
          <a:lstStyle/>
          <a:p>
            <a:pPr>
              <a:defRPr/>
            </a:pPr>
            <a:fld id="{8401C5F6-9081-4494-97AE-9DB53871EEA7}" type="slidenum">
              <a:rPr lang="en-US" smtClean="0">
                <a:solidFill>
                  <a:srgbClr val="5E574E"/>
                </a:solidFill>
              </a:rPr>
              <a:pPr>
                <a:defRPr/>
              </a:pPr>
              <a:t>‹#›</a:t>
            </a:fld>
            <a:endParaRPr lang="en-US">
              <a:solidFill>
                <a:srgbClr val="5E574E"/>
              </a:solidFill>
            </a:endParaRPr>
          </a:p>
        </p:txBody>
      </p:sp>
    </p:spTree>
    <p:extLst>
      <p:ext uri="{BB962C8B-B14F-4D97-AF65-F5344CB8AC3E}">
        <p14:creationId xmlns:p14="http://schemas.microsoft.com/office/powerpoint/2010/main" val="17332126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endParaRPr lang="en-US">
              <a:solidFill>
                <a:srgbClr val="5E574E"/>
              </a:solidFill>
            </a:endParaRPr>
          </a:p>
        </p:txBody>
      </p:sp>
      <p:sp>
        <p:nvSpPr>
          <p:cNvPr id="6" name="Footer Placeholder 5"/>
          <p:cNvSpPr>
            <a:spLocks noGrp="1"/>
          </p:cNvSpPr>
          <p:nvPr>
            <p:ph type="ftr" sz="quarter" idx="11"/>
          </p:nvPr>
        </p:nvSpPr>
        <p:spPr/>
        <p:txBody>
          <a:bodyPr/>
          <a:lstStyle/>
          <a:p>
            <a:pPr>
              <a:defRPr/>
            </a:pPr>
            <a:endParaRPr lang="en-US">
              <a:solidFill>
                <a:srgbClr val="5E574E"/>
              </a:solidFill>
            </a:endParaRPr>
          </a:p>
        </p:txBody>
      </p:sp>
      <p:sp>
        <p:nvSpPr>
          <p:cNvPr id="7" name="Slide Number Placeholder 6"/>
          <p:cNvSpPr>
            <a:spLocks noGrp="1"/>
          </p:cNvSpPr>
          <p:nvPr>
            <p:ph type="sldNum" sz="quarter" idx="12"/>
          </p:nvPr>
        </p:nvSpPr>
        <p:spPr/>
        <p:txBody>
          <a:bodyPr/>
          <a:lstStyle/>
          <a:p>
            <a:pPr>
              <a:defRPr/>
            </a:pPr>
            <a:fld id="{64485A6E-9B88-432E-A4F1-C8AF0D0C98C5}" type="slidenum">
              <a:rPr lang="en-US" smtClean="0">
                <a:solidFill>
                  <a:srgbClr val="5E574E"/>
                </a:solidFill>
              </a:rPr>
              <a:pPr>
                <a:defRPr/>
              </a:pPr>
              <a:t>‹#›</a:t>
            </a:fld>
            <a:endParaRPr lang="en-US">
              <a:solidFill>
                <a:srgbClr val="5E574E"/>
              </a:solidFill>
            </a:endParaRPr>
          </a:p>
        </p:txBody>
      </p:sp>
    </p:spTree>
    <p:extLst>
      <p:ext uri="{BB962C8B-B14F-4D97-AF65-F5344CB8AC3E}">
        <p14:creationId xmlns:p14="http://schemas.microsoft.com/office/powerpoint/2010/main" val="124608938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endParaRPr lang="en-US">
              <a:solidFill>
                <a:srgbClr val="5E574E"/>
              </a:solidFill>
            </a:endParaRPr>
          </a:p>
        </p:txBody>
      </p:sp>
      <p:sp>
        <p:nvSpPr>
          <p:cNvPr id="8" name="Footer Placeholder 7"/>
          <p:cNvSpPr>
            <a:spLocks noGrp="1"/>
          </p:cNvSpPr>
          <p:nvPr>
            <p:ph type="ftr" sz="quarter" idx="11"/>
          </p:nvPr>
        </p:nvSpPr>
        <p:spPr/>
        <p:txBody>
          <a:bodyPr/>
          <a:lstStyle/>
          <a:p>
            <a:pPr>
              <a:defRPr/>
            </a:pPr>
            <a:endParaRPr lang="en-US">
              <a:solidFill>
                <a:srgbClr val="5E574E"/>
              </a:solidFill>
            </a:endParaRPr>
          </a:p>
        </p:txBody>
      </p:sp>
      <p:sp>
        <p:nvSpPr>
          <p:cNvPr id="9" name="Slide Number Placeholder 8"/>
          <p:cNvSpPr>
            <a:spLocks noGrp="1"/>
          </p:cNvSpPr>
          <p:nvPr>
            <p:ph type="sldNum" sz="quarter" idx="12"/>
          </p:nvPr>
        </p:nvSpPr>
        <p:spPr/>
        <p:txBody>
          <a:bodyPr/>
          <a:lstStyle/>
          <a:p>
            <a:pPr>
              <a:defRPr/>
            </a:pPr>
            <a:fld id="{0F30E0A4-3CDF-4184-8238-44B0751E7424}" type="slidenum">
              <a:rPr lang="en-US" smtClean="0">
                <a:solidFill>
                  <a:srgbClr val="5E574E"/>
                </a:solidFill>
              </a:rPr>
              <a:pPr>
                <a:defRPr/>
              </a:pPr>
              <a:t>‹#›</a:t>
            </a:fld>
            <a:endParaRPr lang="en-US">
              <a:solidFill>
                <a:srgbClr val="5E574E"/>
              </a:solidFill>
            </a:endParaRPr>
          </a:p>
        </p:txBody>
      </p:sp>
    </p:spTree>
    <p:extLst>
      <p:ext uri="{BB962C8B-B14F-4D97-AF65-F5344CB8AC3E}">
        <p14:creationId xmlns:p14="http://schemas.microsoft.com/office/powerpoint/2010/main" val="381404255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pPr>
              <a:defRPr/>
            </a:pPr>
            <a:endParaRPr lang="en-US">
              <a:solidFill>
                <a:srgbClr val="5E574E"/>
              </a:solidFill>
            </a:endParaRPr>
          </a:p>
        </p:txBody>
      </p:sp>
      <p:sp>
        <p:nvSpPr>
          <p:cNvPr id="5" name="Footer Placeholder 3"/>
          <p:cNvSpPr>
            <a:spLocks noGrp="1"/>
          </p:cNvSpPr>
          <p:nvPr>
            <p:ph type="ftr" sz="quarter" idx="11"/>
          </p:nvPr>
        </p:nvSpPr>
        <p:spPr/>
        <p:txBody>
          <a:bodyPr/>
          <a:lstStyle/>
          <a:p>
            <a:pPr>
              <a:defRPr/>
            </a:pPr>
            <a:endParaRPr lang="en-US">
              <a:solidFill>
                <a:srgbClr val="5E574E"/>
              </a:solidFill>
            </a:endParaRPr>
          </a:p>
        </p:txBody>
      </p:sp>
      <p:sp>
        <p:nvSpPr>
          <p:cNvPr id="6" name="Slide Number Placeholder 4"/>
          <p:cNvSpPr>
            <a:spLocks noGrp="1"/>
          </p:cNvSpPr>
          <p:nvPr>
            <p:ph type="sldNum" sz="quarter" idx="12"/>
          </p:nvPr>
        </p:nvSpPr>
        <p:spPr/>
        <p:txBody>
          <a:bodyPr/>
          <a:lstStyle/>
          <a:p>
            <a:pPr>
              <a:defRPr/>
            </a:pPr>
            <a:fld id="{AC8D2E04-DE5A-4C67-9B26-76BEF26F6857}" type="slidenum">
              <a:rPr lang="en-US" smtClean="0">
                <a:solidFill>
                  <a:srgbClr val="5E574E"/>
                </a:solidFill>
              </a:rPr>
              <a:pPr>
                <a:defRPr/>
              </a:pPr>
              <a:t>‹#›</a:t>
            </a:fld>
            <a:endParaRPr lang="en-US">
              <a:solidFill>
                <a:srgbClr val="5E574E"/>
              </a:solidFill>
            </a:endParaRPr>
          </a:p>
        </p:txBody>
      </p:sp>
    </p:spTree>
    <p:extLst>
      <p:ext uri="{BB962C8B-B14F-4D97-AF65-F5344CB8AC3E}">
        <p14:creationId xmlns:p14="http://schemas.microsoft.com/office/powerpoint/2010/main" val="352377856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pPr>
              <a:defRPr/>
            </a:pPr>
            <a:endParaRPr lang="en-US">
              <a:solidFill>
                <a:srgbClr val="5E574E"/>
              </a:solidFill>
            </a:endParaRPr>
          </a:p>
        </p:txBody>
      </p:sp>
      <p:sp>
        <p:nvSpPr>
          <p:cNvPr id="5" name="Footer Placeholder 2"/>
          <p:cNvSpPr>
            <a:spLocks noGrp="1"/>
          </p:cNvSpPr>
          <p:nvPr>
            <p:ph type="ftr" sz="quarter" idx="11"/>
          </p:nvPr>
        </p:nvSpPr>
        <p:spPr/>
        <p:txBody>
          <a:bodyPr/>
          <a:lstStyle/>
          <a:p>
            <a:pPr>
              <a:defRPr/>
            </a:pPr>
            <a:endParaRPr lang="en-US">
              <a:solidFill>
                <a:srgbClr val="5E574E"/>
              </a:solidFill>
            </a:endParaRPr>
          </a:p>
        </p:txBody>
      </p:sp>
      <p:sp>
        <p:nvSpPr>
          <p:cNvPr id="6" name="Slide Number Placeholder 3"/>
          <p:cNvSpPr>
            <a:spLocks noGrp="1"/>
          </p:cNvSpPr>
          <p:nvPr>
            <p:ph type="sldNum" sz="quarter" idx="12"/>
          </p:nvPr>
        </p:nvSpPr>
        <p:spPr/>
        <p:txBody>
          <a:bodyPr/>
          <a:lstStyle/>
          <a:p>
            <a:pPr>
              <a:defRPr/>
            </a:pPr>
            <a:fld id="{7959C011-DC70-4C52-B3B8-72518F99E2CA}" type="slidenum">
              <a:rPr lang="en-US" smtClean="0">
                <a:solidFill>
                  <a:srgbClr val="5E574E"/>
                </a:solidFill>
              </a:rPr>
              <a:pPr>
                <a:defRPr/>
              </a:pPr>
              <a:t>‹#›</a:t>
            </a:fld>
            <a:endParaRPr lang="en-US">
              <a:solidFill>
                <a:srgbClr val="5E574E"/>
              </a:solidFill>
            </a:endParaRPr>
          </a:p>
        </p:txBody>
      </p:sp>
    </p:spTree>
    <p:extLst>
      <p:ext uri="{BB962C8B-B14F-4D97-AF65-F5344CB8AC3E}">
        <p14:creationId xmlns:p14="http://schemas.microsoft.com/office/powerpoint/2010/main" val="22747738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7" name="Date Placeholder 4"/>
          <p:cNvSpPr>
            <a:spLocks noGrp="1"/>
          </p:cNvSpPr>
          <p:nvPr>
            <p:ph type="dt" sz="half" idx="10"/>
          </p:nvPr>
        </p:nvSpPr>
        <p:spPr/>
        <p:txBody>
          <a:bodyPr/>
          <a:lstStyle/>
          <a:p>
            <a:pPr>
              <a:defRPr/>
            </a:pPr>
            <a:endParaRPr lang="en-US">
              <a:solidFill>
                <a:srgbClr val="5E574E"/>
              </a:solidFill>
            </a:endParaRPr>
          </a:p>
        </p:txBody>
      </p:sp>
      <p:sp>
        <p:nvSpPr>
          <p:cNvPr id="5" name="Footer Placeholder 5"/>
          <p:cNvSpPr>
            <a:spLocks noGrp="1"/>
          </p:cNvSpPr>
          <p:nvPr>
            <p:ph type="ftr" sz="quarter" idx="11"/>
          </p:nvPr>
        </p:nvSpPr>
        <p:spPr/>
        <p:txBody>
          <a:bodyPr/>
          <a:lstStyle/>
          <a:p>
            <a:pPr>
              <a:defRPr/>
            </a:pPr>
            <a:endParaRPr lang="en-US">
              <a:solidFill>
                <a:srgbClr val="5E574E"/>
              </a:solidFill>
            </a:endParaRPr>
          </a:p>
        </p:txBody>
      </p:sp>
      <p:sp>
        <p:nvSpPr>
          <p:cNvPr id="6" name="Slide Number Placeholder 6"/>
          <p:cNvSpPr>
            <a:spLocks noGrp="1"/>
          </p:cNvSpPr>
          <p:nvPr>
            <p:ph type="sldNum" sz="quarter" idx="12"/>
          </p:nvPr>
        </p:nvSpPr>
        <p:spPr/>
        <p:txBody>
          <a:bodyPr/>
          <a:lstStyle/>
          <a:p>
            <a:pPr>
              <a:defRPr/>
            </a:pPr>
            <a:fld id="{54FCBD1E-979F-4B0B-A2C3-74FFE1E0EC9E}" type="slidenum">
              <a:rPr lang="en-US" smtClean="0">
                <a:solidFill>
                  <a:srgbClr val="5E574E"/>
                </a:solidFill>
              </a:rPr>
              <a:pPr>
                <a:defRPr/>
              </a:pPr>
              <a:t>‹#›</a:t>
            </a:fld>
            <a:endParaRPr lang="en-US">
              <a:solidFill>
                <a:srgbClr val="5E574E"/>
              </a:solidFill>
            </a:endParaRPr>
          </a:p>
        </p:txBody>
      </p:sp>
    </p:spTree>
    <p:extLst>
      <p:ext uri="{BB962C8B-B14F-4D97-AF65-F5344CB8AC3E}">
        <p14:creationId xmlns:p14="http://schemas.microsoft.com/office/powerpoint/2010/main" val="332871727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pPr>
              <a:defRPr/>
            </a:pPr>
            <a:endParaRPr lang="en-US">
              <a:solidFill>
                <a:srgbClr val="5E574E"/>
              </a:solidFill>
            </a:endParaRPr>
          </a:p>
        </p:txBody>
      </p:sp>
      <p:sp>
        <p:nvSpPr>
          <p:cNvPr id="6" name="Footer Placeholder 5"/>
          <p:cNvSpPr>
            <a:spLocks noGrp="1"/>
          </p:cNvSpPr>
          <p:nvPr>
            <p:ph type="ftr" sz="quarter" idx="11"/>
          </p:nvPr>
        </p:nvSpPr>
        <p:spPr/>
        <p:txBody>
          <a:bodyPr/>
          <a:lstStyle/>
          <a:p>
            <a:pPr>
              <a:defRPr/>
            </a:pPr>
            <a:endParaRPr lang="en-US">
              <a:solidFill>
                <a:srgbClr val="5E574E"/>
              </a:solidFill>
            </a:endParaRPr>
          </a:p>
        </p:txBody>
      </p:sp>
      <p:sp>
        <p:nvSpPr>
          <p:cNvPr id="7" name="Slide Number Placeholder 6"/>
          <p:cNvSpPr>
            <a:spLocks noGrp="1"/>
          </p:cNvSpPr>
          <p:nvPr>
            <p:ph type="sldNum" sz="quarter" idx="12"/>
          </p:nvPr>
        </p:nvSpPr>
        <p:spPr/>
        <p:txBody>
          <a:bodyPr/>
          <a:lstStyle/>
          <a:p>
            <a:pPr>
              <a:defRPr/>
            </a:pPr>
            <a:fld id="{C4288857-4A5D-4EF9-A602-6A648F0B7BBA}" type="slidenum">
              <a:rPr lang="en-US" smtClean="0">
                <a:solidFill>
                  <a:srgbClr val="5E574E"/>
                </a:solidFill>
              </a:rPr>
              <a:pPr>
                <a:defRPr/>
              </a:pPr>
              <a:t>‹#›</a:t>
            </a:fld>
            <a:endParaRPr lang="en-US">
              <a:solidFill>
                <a:srgbClr val="5E574E"/>
              </a:solidFill>
            </a:endParaRPr>
          </a:p>
        </p:txBody>
      </p:sp>
    </p:spTree>
    <p:extLst>
      <p:ext uri="{BB962C8B-B14F-4D97-AF65-F5344CB8AC3E}">
        <p14:creationId xmlns:p14="http://schemas.microsoft.com/office/powerpoint/2010/main" val="274064268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pPr eaLnBrk="0" fontAlgn="base" hangingPunct="0">
              <a:spcAft>
                <a:spcPct val="0"/>
              </a:spcAft>
              <a:defRPr/>
            </a:pPr>
            <a:endParaRPr lang="en-US">
              <a:solidFill>
                <a:srgbClr val="5E574E"/>
              </a:solidFill>
            </a:endParaRPr>
          </a:p>
        </p:txBody>
      </p:sp>
      <p:sp>
        <p:nvSpPr>
          <p:cNvPr id="6" name="Footer Placeholder 5"/>
          <p:cNvSpPr>
            <a:spLocks noGrp="1"/>
          </p:cNvSpPr>
          <p:nvPr>
            <p:ph type="ftr" sz="quarter" idx="11"/>
          </p:nvPr>
        </p:nvSpPr>
        <p:spPr/>
        <p:txBody>
          <a:bodyPr/>
          <a:lstStyle/>
          <a:p>
            <a:pPr eaLnBrk="0" fontAlgn="base" hangingPunct="0">
              <a:spcAft>
                <a:spcPct val="0"/>
              </a:spcAft>
              <a:defRPr/>
            </a:pPr>
            <a:endParaRPr lang="en-US">
              <a:solidFill>
                <a:srgbClr val="5E574E"/>
              </a:solidFill>
            </a:endParaRPr>
          </a:p>
        </p:txBody>
      </p:sp>
      <p:sp>
        <p:nvSpPr>
          <p:cNvPr id="7" name="Slide Number Placeholder 6"/>
          <p:cNvSpPr>
            <a:spLocks noGrp="1"/>
          </p:cNvSpPr>
          <p:nvPr>
            <p:ph type="sldNum" sz="quarter" idx="12"/>
          </p:nvPr>
        </p:nvSpPr>
        <p:spPr/>
        <p:txBody>
          <a:bodyPr/>
          <a:lstStyle/>
          <a:p>
            <a:pPr eaLnBrk="0" fontAlgn="base" hangingPunct="0">
              <a:spcAft>
                <a:spcPct val="0"/>
              </a:spcAft>
              <a:defRPr/>
            </a:pPr>
            <a:fld id="{27018354-842D-408E-B7D9-A2AF78583BBB}" type="slidenum">
              <a:rPr lang="en-US" smtClean="0">
                <a:solidFill>
                  <a:srgbClr val="5E574E"/>
                </a:solidFill>
              </a:rPr>
              <a:pPr eaLnBrk="0" fontAlgn="base" hangingPunct="0">
                <a:spcAft>
                  <a:spcPct val="0"/>
                </a:spcAft>
                <a:defRPr/>
              </a:pPr>
              <a:t>‹#›</a:t>
            </a:fld>
            <a:endParaRPr lang="en-US">
              <a:solidFill>
                <a:srgbClr val="5E574E"/>
              </a:solidFill>
            </a:endParaRPr>
          </a:p>
        </p:txBody>
      </p:sp>
    </p:spTree>
    <p:extLst>
      <p:ext uri="{BB962C8B-B14F-4D97-AF65-F5344CB8AC3E}">
        <p14:creationId xmlns:p14="http://schemas.microsoft.com/office/powerpoint/2010/main" val="3766172899"/>
      </p:ext>
    </p:extLst>
  </p:cSld>
  <p:clrMapOvr>
    <a:masterClrMapping/>
  </p:clrMapOvr>
  <p:hf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pPr eaLnBrk="0" fontAlgn="base" hangingPunct="0">
              <a:spcAft>
                <a:spcPct val="0"/>
              </a:spcAft>
              <a:defRPr/>
            </a:pPr>
            <a:endParaRPr lang="en-US">
              <a:solidFill>
                <a:srgbClr val="5E574E"/>
              </a:solidFill>
            </a:endParaRPr>
          </a:p>
        </p:txBody>
      </p:sp>
      <p:sp>
        <p:nvSpPr>
          <p:cNvPr id="5" name="Footer Placeholder 4"/>
          <p:cNvSpPr>
            <a:spLocks noGrp="1"/>
          </p:cNvSpPr>
          <p:nvPr>
            <p:ph type="ftr" sz="quarter" idx="11"/>
          </p:nvPr>
        </p:nvSpPr>
        <p:spPr/>
        <p:txBody>
          <a:bodyPr/>
          <a:lstStyle/>
          <a:p>
            <a:pPr eaLnBrk="0" fontAlgn="base" hangingPunct="0">
              <a:spcAft>
                <a:spcPct val="0"/>
              </a:spcAft>
              <a:defRPr/>
            </a:pPr>
            <a:endParaRPr lang="en-US">
              <a:solidFill>
                <a:srgbClr val="5E574E"/>
              </a:solidFill>
            </a:endParaRPr>
          </a:p>
        </p:txBody>
      </p:sp>
      <p:sp>
        <p:nvSpPr>
          <p:cNvPr id="6" name="Slide Number Placeholder 5"/>
          <p:cNvSpPr>
            <a:spLocks noGrp="1"/>
          </p:cNvSpPr>
          <p:nvPr>
            <p:ph type="sldNum" sz="quarter" idx="12"/>
          </p:nvPr>
        </p:nvSpPr>
        <p:spPr/>
        <p:txBody>
          <a:bodyPr/>
          <a:lstStyle/>
          <a:p>
            <a:pPr eaLnBrk="0" fontAlgn="base" hangingPunct="0">
              <a:spcAft>
                <a:spcPct val="0"/>
              </a:spcAft>
              <a:defRPr/>
            </a:pPr>
            <a:fld id="{27018354-842D-408E-B7D9-A2AF78583BBB}" type="slidenum">
              <a:rPr lang="en-US" smtClean="0">
                <a:solidFill>
                  <a:srgbClr val="5E574E"/>
                </a:solidFill>
              </a:rPr>
              <a:pPr eaLnBrk="0" fontAlgn="base" hangingPunct="0">
                <a:spcAft>
                  <a:spcPct val="0"/>
                </a:spcAft>
                <a:defRPr/>
              </a:pPr>
              <a:t>‹#›</a:t>
            </a:fld>
            <a:endParaRPr lang="en-US">
              <a:solidFill>
                <a:srgbClr val="5E574E"/>
              </a:solidFill>
            </a:endParaRPr>
          </a:p>
        </p:txBody>
      </p:sp>
    </p:spTree>
    <p:extLst>
      <p:ext uri="{BB962C8B-B14F-4D97-AF65-F5344CB8AC3E}">
        <p14:creationId xmlns:p14="http://schemas.microsoft.com/office/powerpoint/2010/main" val="3032044353"/>
      </p:ext>
    </p:extLst>
  </p:cSld>
  <p:clrMapOvr>
    <a:masterClrMapping/>
  </p:clrMapOvr>
  <p:hf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pPr eaLnBrk="0" fontAlgn="base" hangingPunct="0">
              <a:spcAft>
                <a:spcPct val="0"/>
              </a:spcAft>
              <a:defRPr/>
            </a:pPr>
            <a:endParaRPr lang="en-US">
              <a:solidFill>
                <a:srgbClr val="5E574E"/>
              </a:solidFill>
            </a:endParaRPr>
          </a:p>
        </p:txBody>
      </p:sp>
      <p:sp>
        <p:nvSpPr>
          <p:cNvPr id="5" name="Footer Placeholder 4"/>
          <p:cNvSpPr>
            <a:spLocks noGrp="1"/>
          </p:cNvSpPr>
          <p:nvPr>
            <p:ph type="ftr" sz="quarter" idx="11"/>
          </p:nvPr>
        </p:nvSpPr>
        <p:spPr/>
        <p:txBody>
          <a:bodyPr/>
          <a:lstStyle/>
          <a:p>
            <a:pPr eaLnBrk="0" fontAlgn="base" hangingPunct="0">
              <a:spcAft>
                <a:spcPct val="0"/>
              </a:spcAft>
              <a:defRPr/>
            </a:pPr>
            <a:endParaRPr lang="en-US">
              <a:solidFill>
                <a:srgbClr val="5E574E"/>
              </a:solidFill>
            </a:endParaRPr>
          </a:p>
        </p:txBody>
      </p:sp>
      <p:sp>
        <p:nvSpPr>
          <p:cNvPr id="6" name="Slide Number Placeholder 5"/>
          <p:cNvSpPr>
            <a:spLocks noGrp="1"/>
          </p:cNvSpPr>
          <p:nvPr>
            <p:ph type="sldNum" sz="quarter" idx="12"/>
          </p:nvPr>
        </p:nvSpPr>
        <p:spPr/>
        <p:txBody>
          <a:bodyPr/>
          <a:lstStyle/>
          <a:p>
            <a:pPr eaLnBrk="0" fontAlgn="base" hangingPunct="0">
              <a:spcAft>
                <a:spcPct val="0"/>
              </a:spcAft>
              <a:defRPr/>
            </a:pPr>
            <a:fld id="{27018354-842D-408E-B7D9-A2AF78583BBB}" type="slidenum">
              <a:rPr lang="en-US" smtClean="0">
                <a:solidFill>
                  <a:srgbClr val="5E574E"/>
                </a:solidFill>
              </a:rPr>
              <a:pPr eaLnBrk="0" fontAlgn="base" hangingPunct="0">
                <a:spcAft>
                  <a:spcPct val="0"/>
                </a:spcAft>
                <a:defRPr/>
              </a:pPr>
              <a:t>‹#›</a:t>
            </a:fld>
            <a:endParaRPr lang="en-US">
              <a:solidFill>
                <a:srgbClr val="5E574E"/>
              </a:solidFill>
            </a:endParaRPr>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93904397"/>
      </p:ext>
    </p:extLst>
  </p:cSld>
  <p:clrMapOvr>
    <a:masterClrMapping/>
  </p:clrMapOvr>
  <p:hf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pPr eaLnBrk="0" fontAlgn="base" hangingPunct="0">
              <a:spcAft>
                <a:spcPct val="0"/>
              </a:spcAft>
              <a:defRPr/>
            </a:pPr>
            <a:endParaRPr lang="en-US">
              <a:solidFill>
                <a:srgbClr val="5E574E"/>
              </a:solidFill>
            </a:endParaRPr>
          </a:p>
        </p:txBody>
      </p:sp>
      <p:sp>
        <p:nvSpPr>
          <p:cNvPr id="5" name="Footer Placeholder 4"/>
          <p:cNvSpPr>
            <a:spLocks noGrp="1"/>
          </p:cNvSpPr>
          <p:nvPr>
            <p:ph type="ftr" sz="quarter" idx="11"/>
          </p:nvPr>
        </p:nvSpPr>
        <p:spPr/>
        <p:txBody>
          <a:bodyPr/>
          <a:lstStyle/>
          <a:p>
            <a:pPr eaLnBrk="0" fontAlgn="base" hangingPunct="0">
              <a:spcAft>
                <a:spcPct val="0"/>
              </a:spcAft>
              <a:defRPr/>
            </a:pPr>
            <a:endParaRPr lang="en-US">
              <a:solidFill>
                <a:srgbClr val="5E574E"/>
              </a:solidFill>
            </a:endParaRPr>
          </a:p>
        </p:txBody>
      </p:sp>
      <p:sp>
        <p:nvSpPr>
          <p:cNvPr id="6" name="Slide Number Placeholder 5"/>
          <p:cNvSpPr>
            <a:spLocks noGrp="1"/>
          </p:cNvSpPr>
          <p:nvPr>
            <p:ph type="sldNum" sz="quarter" idx="12"/>
          </p:nvPr>
        </p:nvSpPr>
        <p:spPr/>
        <p:txBody>
          <a:bodyPr/>
          <a:lstStyle/>
          <a:p>
            <a:pPr eaLnBrk="0" fontAlgn="base" hangingPunct="0">
              <a:spcAft>
                <a:spcPct val="0"/>
              </a:spcAft>
              <a:defRPr/>
            </a:pPr>
            <a:fld id="{27018354-842D-408E-B7D9-A2AF78583BBB}" type="slidenum">
              <a:rPr lang="en-US" smtClean="0">
                <a:solidFill>
                  <a:srgbClr val="5E574E"/>
                </a:solidFill>
              </a:rPr>
              <a:pPr eaLnBrk="0" fontAlgn="base" hangingPunct="0">
                <a:spcAft>
                  <a:spcPct val="0"/>
                </a:spcAft>
                <a:defRPr/>
              </a:pPr>
              <a:t>‹#›</a:t>
            </a:fld>
            <a:endParaRPr lang="en-US">
              <a:solidFill>
                <a:srgbClr val="5E574E"/>
              </a:solidFill>
            </a:endParaRPr>
          </a:p>
        </p:txBody>
      </p:sp>
    </p:spTree>
    <p:extLst>
      <p:ext uri="{BB962C8B-B14F-4D97-AF65-F5344CB8AC3E}">
        <p14:creationId xmlns:p14="http://schemas.microsoft.com/office/powerpoint/2010/main" val="4260077586"/>
      </p:ext>
    </p:extLst>
  </p:cSld>
  <p:clrMapOvr>
    <a:masterClrMapping/>
  </p:clrMapOvr>
  <p:hf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pPr eaLnBrk="0" fontAlgn="base" hangingPunct="0">
              <a:spcAft>
                <a:spcPct val="0"/>
              </a:spcAft>
              <a:defRPr/>
            </a:pPr>
            <a:endParaRPr lang="en-US">
              <a:solidFill>
                <a:srgbClr val="5E574E"/>
              </a:solidFill>
            </a:endParaRPr>
          </a:p>
        </p:txBody>
      </p:sp>
      <p:sp>
        <p:nvSpPr>
          <p:cNvPr id="4" name="Footer Placeholder 4"/>
          <p:cNvSpPr>
            <a:spLocks noGrp="1"/>
          </p:cNvSpPr>
          <p:nvPr>
            <p:ph type="ftr" sz="quarter" idx="11"/>
          </p:nvPr>
        </p:nvSpPr>
        <p:spPr/>
        <p:txBody>
          <a:bodyPr/>
          <a:lstStyle/>
          <a:p>
            <a:pPr eaLnBrk="0" fontAlgn="base" hangingPunct="0">
              <a:spcAft>
                <a:spcPct val="0"/>
              </a:spcAft>
              <a:defRPr/>
            </a:pPr>
            <a:endParaRPr lang="en-US">
              <a:solidFill>
                <a:srgbClr val="5E574E"/>
              </a:solidFill>
            </a:endParaRPr>
          </a:p>
        </p:txBody>
      </p:sp>
      <p:sp>
        <p:nvSpPr>
          <p:cNvPr id="6" name="Slide Number Placeholder 5"/>
          <p:cNvSpPr>
            <a:spLocks noGrp="1"/>
          </p:cNvSpPr>
          <p:nvPr>
            <p:ph type="sldNum" sz="quarter" idx="12"/>
          </p:nvPr>
        </p:nvSpPr>
        <p:spPr/>
        <p:txBody>
          <a:bodyPr/>
          <a:lstStyle/>
          <a:p>
            <a:pPr eaLnBrk="0" fontAlgn="base" hangingPunct="0">
              <a:spcAft>
                <a:spcPct val="0"/>
              </a:spcAft>
              <a:defRPr/>
            </a:pPr>
            <a:fld id="{27018354-842D-408E-B7D9-A2AF78583BBB}" type="slidenum">
              <a:rPr lang="en-US" smtClean="0">
                <a:solidFill>
                  <a:srgbClr val="5E574E"/>
                </a:solidFill>
              </a:rPr>
              <a:pPr eaLnBrk="0" fontAlgn="base" hangingPunct="0">
                <a:spcAft>
                  <a:spcPct val="0"/>
                </a:spcAft>
                <a:defRPr/>
              </a:pPr>
              <a:t>‹#›</a:t>
            </a:fld>
            <a:endParaRPr lang="en-US">
              <a:solidFill>
                <a:srgbClr val="5E574E"/>
              </a:solidFill>
            </a:endParaRPr>
          </a:p>
        </p:txBody>
      </p:sp>
    </p:spTree>
    <p:extLst>
      <p:ext uri="{BB962C8B-B14F-4D97-AF65-F5344CB8AC3E}">
        <p14:creationId xmlns:p14="http://schemas.microsoft.com/office/powerpoint/2010/main" val="1543911797"/>
      </p:ext>
    </p:extLst>
  </p:cSld>
  <p:clrMapOvr>
    <a:masterClrMapping/>
  </p:clrMapOvr>
  <p:hf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pPr eaLnBrk="0" fontAlgn="base" hangingPunct="0">
              <a:spcAft>
                <a:spcPct val="0"/>
              </a:spcAft>
              <a:defRPr/>
            </a:pPr>
            <a:endParaRPr lang="en-US">
              <a:solidFill>
                <a:srgbClr val="5E574E"/>
              </a:solidFill>
            </a:endParaRPr>
          </a:p>
        </p:txBody>
      </p:sp>
      <p:sp>
        <p:nvSpPr>
          <p:cNvPr id="4" name="Footer Placeholder 4"/>
          <p:cNvSpPr>
            <a:spLocks noGrp="1"/>
          </p:cNvSpPr>
          <p:nvPr>
            <p:ph type="ftr" sz="quarter" idx="11"/>
          </p:nvPr>
        </p:nvSpPr>
        <p:spPr/>
        <p:txBody>
          <a:bodyPr/>
          <a:lstStyle/>
          <a:p>
            <a:pPr eaLnBrk="0" fontAlgn="base" hangingPunct="0">
              <a:spcAft>
                <a:spcPct val="0"/>
              </a:spcAft>
              <a:defRPr/>
            </a:pPr>
            <a:endParaRPr lang="en-US">
              <a:solidFill>
                <a:srgbClr val="5E574E"/>
              </a:solidFill>
            </a:endParaRPr>
          </a:p>
        </p:txBody>
      </p:sp>
      <p:sp>
        <p:nvSpPr>
          <p:cNvPr id="6" name="Slide Number Placeholder 5"/>
          <p:cNvSpPr>
            <a:spLocks noGrp="1"/>
          </p:cNvSpPr>
          <p:nvPr>
            <p:ph type="sldNum" sz="quarter" idx="12"/>
          </p:nvPr>
        </p:nvSpPr>
        <p:spPr/>
        <p:txBody>
          <a:bodyPr/>
          <a:lstStyle/>
          <a:p>
            <a:pPr eaLnBrk="0" fontAlgn="base" hangingPunct="0">
              <a:spcAft>
                <a:spcPct val="0"/>
              </a:spcAft>
              <a:defRPr/>
            </a:pPr>
            <a:fld id="{27018354-842D-408E-B7D9-A2AF78583BBB}" type="slidenum">
              <a:rPr lang="en-US" smtClean="0">
                <a:solidFill>
                  <a:srgbClr val="5E574E"/>
                </a:solidFill>
              </a:rPr>
              <a:pPr eaLnBrk="0" fontAlgn="base" hangingPunct="0">
                <a:spcAft>
                  <a:spcPct val="0"/>
                </a:spcAft>
                <a:defRPr/>
              </a:pPr>
              <a:t>‹#›</a:t>
            </a:fld>
            <a:endParaRPr lang="en-US">
              <a:solidFill>
                <a:srgbClr val="5E574E"/>
              </a:solidFill>
            </a:endParaRPr>
          </a:p>
        </p:txBody>
      </p:sp>
    </p:spTree>
    <p:extLst>
      <p:ext uri="{BB962C8B-B14F-4D97-AF65-F5344CB8AC3E}">
        <p14:creationId xmlns:p14="http://schemas.microsoft.com/office/powerpoint/2010/main" val="775998165"/>
      </p:ext>
    </p:extLst>
  </p:cSld>
  <p:clrMapOvr>
    <a:masterClrMapping/>
  </p:clrMapOvr>
  <p:hf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solidFill>
                <a:srgbClr val="5E574E"/>
              </a:solidFill>
            </a:endParaRPr>
          </a:p>
        </p:txBody>
      </p:sp>
      <p:sp>
        <p:nvSpPr>
          <p:cNvPr id="5" name="Footer Placeholder 4"/>
          <p:cNvSpPr>
            <a:spLocks noGrp="1"/>
          </p:cNvSpPr>
          <p:nvPr>
            <p:ph type="ftr" sz="quarter" idx="11"/>
          </p:nvPr>
        </p:nvSpPr>
        <p:spPr/>
        <p:txBody>
          <a:bodyPr/>
          <a:lstStyle/>
          <a:p>
            <a:pPr>
              <a:defRPr/>
            </a:pPr>
            <a:endParaRPr lang="en-US">
              <a:solidFill>
                <a:srgbClr val="5E574E"/>
              </a:solidFill>
            </a:endParaRPr>
          </a:p>
        </p:txBody>
      </p:sp>
      <p:sp>
        <p:nvSpPr>
          <p:cNvPr id="6" name="Slide Number Placeholder 5"/>
          <p:cNvSpPr>
            <a:spLocks noGrp="1"/>
          </p:cNvSpPr>
          <p:nvPr>
            <p:ph type="sldNum" sz="quarter" idx="12"/>
          </p:nvPr>
        </p:nvSpPr>
        <p:spPr/>
        <p:txBody>
          <a:bodyPr/>
          <a:lstStyle/>
          <a:p>
            <a:pPr>
              <a:defRPr/>
            </a:pPr>
            <a:fld id="{67433E5D-8592-4997-8391-9B20B15F2B7D}" type="slidenum">
              <a:rPr lang="en-US" smtClean="0">
                <a:solidFill>
                  <a:srgbClr val="5E574E"/>
                </a:solidFill>
              </a:rPr>
              <a:pPr>
                <a:defRPr/>
              </a:pPr>
              <a:t>‹#›</a:t>
            </a:fld>
            <a:endParaRPr lang="en-US">
              <a:solidFill>
                <a:srgbClr val="5E574E"/>
              </a:solidFill>
            </a:endParaRPr>
          </a:p>
        </p:txBody>
      </p:sp>
    </p:spTree>
    <p:extLst>
      <p:ext uri="{BB962C8B-B14F-4D97-AF65-F5344CB8AC3E}">
        <p14:creationId xmlns:p14="http://schemas.microsoft.com/office/powerpoint/2010/main" val="284900113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solidFill>
                <a:srgbClr val="5E574E"/>
              </a:solidFill>
            </a:endParaRPr>
          </a:p>
        </p:txBody>
      </p:sp>
      <p:sp>
        <p:nvSpPr>
          <p:cNvPr id="5" name="Footer Placeholder 4"/>
          <p:cNvSpPr>
            <a:spLocks noGrp="1"/>
          </p:cNvSpPr>
          <p:nvPr>
            <p:ph type="ftr" sz="quarter" idx="11"/>
          </p:nvPr>
        </p:nvSpPr>
        <p:spPr/>
        <p:txBody>
          <a:bodyPr/>
          <a:lstStyle/>
          <a:p>
            <a:pPr>
              <a:defRPr/>
            </a:pPr>
            <a:endParaRPr lang="en-US">
              <a:solidFill>
                <a:srgbClr val="5E574E"/>
              </a:solidFill>
            </a:endParaRPr>
          </a:p>
        </p:txBody>
      </p:sp>
      <p:sp>
        <p:nvSpPr>
          <p:cNvPr id="6" name="Slide Number Placeholder 5"/>
          <p:cNvSpPr>
            <a:spLocks noGrp="1"/>
          </p:cNvSpPr>
          <p:nvPr>
            <p:ph type="sldNum" sz="quarter" idx="12"/>
          </p:nvPr>
        </p:nvSpPr>
        <p:spPr/>
        <p:txBody>
          <a:bodyPr/>
          <a:lstStyle/>
          <a:p>
            <a:pPr>
              <a:defRPr/>
            </a:pPr>
            <a:fld id="{06B5C660-A39E-477E-B7A5-718421807EF8}" type="slidenum">
              <a:rPr lang="en-US" smtClean="0">
                <a:solidFill>
                  <a:srgbClr val="5E574E"/>
                </a:solidFill>
              </a:rPr>
              <a:pPr>
                <a:defRPr/>
              </a:pPr>
              <a:t>‹#›</a:t>
            </a:fld>
            <a:endParaRPr lang="en-US">
              <a:solidFill>
                <a:srgbClr val="5E574E"/>
              </a:solidFill>
            </a:endParaRPr>
          </a:p>
        </p:txBody>
      </p:sp>
    </p:spTree>
    <p:extLst>
      <p:ext uri="{BB962C8B-B14F-4D97-AF65-F5344CB8AC3E}">
        <p14:creationId xmlns:p14="http://schemas.microsoft.com/office/powerpoint/2010/main" val="201460198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7" descr="A:\paint.GIF"/>
          <p:cNvPicPr>
            <a:picLocks noChangeAspect="1" noChangeArrowheads="1"/>
          </p:cNvPicPr>
          <p:nvPr/>
        </p:nvPicPr>
        <p:blipFill>
          <a:blip r:embed="rId2">
            <a:clrChange>
              <a:clrFrom>
                <a:srgbClr val="C0C0C0"/>
              </a:clrFrom>
              <a:clrTo>
                <a:srgbClr val="C0C0C0">
                  <a:alpha val="0"/>
                </a:srgbClr>
              </a:clrTo>
            </a:clrChange>
            <a:extLst>
              <a:ext uri="{28A0092B-C50C-407E-A947-70E740481C1C}">
                <a14:useLocalDpi xmlns:a14="http://schemas.microsoft.com/office/drawing/2010/main" val="0"/>
              </a:ext>
            </a:extLst>
          </a:blip>
          <a:srcRect/>
          <a:stretch>
            <a:fillRect/>
          </a:stretch>
        </p:blipFill>
        <p:spPr bwMode="auto">
          <a:xfrm>
            <a:off x="1219200" y="1828801"/>
            <a:ext cx="10972800" cy="384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4338" name="Rectangle 2"/>
          <p:cNvSpPr>
            <a:spLocks noGrp="1" noChangeArrowheads="1"/>
          </p:cNvSpPr>
          <p:nvPr>
            <p:ph type="ctrTitle"/>
          </p:nvPr>
        </p:nvSpPr>
        <p:spPr>
          <a:xfrm>
            <a:off x="1219200" y="685800"/>
            <a:ext cx="10295467" cy="1143000"/>
          </a:xfrm>
        </p:spPr>
        <p:txBody>
          <a:bodyPr/>
          <a:lstStyle>
            <a:lvl1pPr>
              <a:defRPr/>
            </a:lvl1pPr>
          </a:lstStyle>
          <a:p>
            <a:pPr lvl="0"/>
            <a:r>
              <a:rPr lang="en-US" noProof="0"/>
              <a:t>Click to edit Master title style</a:t>
            </a:r>
          </a:p>
        </p:txBody>
      </p:sp>
      <p:sp>
        <p:nvSpPr>
          <p:cNvPr id="14339" name="Rectangle 3"/>
          <p:cNvSpPr>
            <a:spLocks noGrp="1" noChangeArrowheads="1"/>
          </p:cNvSpPr>
          <p:nvPr>
            <p:ph type="subTitle" idx="1"/>
          </p:nvPr>
        </p:nvSpPr>
        <p:spPr>
          <a:xfrm>
            <a:off x="2844800" y="3886200"/>
            <a:ext cx="8534400" cy="1771650"/>
          </a:xfrm>
        </p:spPr>
        <p:txBody>
          <a:bodyPr/>
          <a:lstStyle>
            <a:lvl1pPr marL="0" indent="0">
              <a:buFont typeface="Monotype Sorts" pitchFamily="2" charset="2"/>
              <a:buNone/>
              <a:defRPr>
                <a:latin typeface="Arial Black" pitchFamily="34" charset="0"/>
              </a:defRPr>
            </a:lvl1pPr>
          </a:lstStyle>
          <a:p>
            <a:pPr lvl="0"/>
            <a:r>
              <a:rPr lang="en-US" noProof="0"/>
              <a:t>Click to edit Master subtitle style</a:t>
            </a:r>
          </a:p>
        </p:txBody>
      </p:sp>
      <p:sp>
        <p:nvSpPr>
          <p:cNvPr id="5" name="Rectangle 4"/>
          <p:cNvSpPr>
            <a:spLocks noGrp="1" noChangeArrowheads="1"/>
          </p:cNvSpPr>
          <p:nvPr>
            <p:ph type="dt" sz="half" idx="10"/>
          </p:nvPr>
        </p:nvSpPr>
        <p:spPr>
          <a:xfrm>
            <a:off x="948267" y="6229350"/>
            <a:ext cx="2573867" cy="514350"/>
          </a:xfrm>
        </p:spPr>
        <p:txBody>
          <a:bodyPr/>
          <a:lstStyle>
            <a:lvl1pPr>
              <a:defRPr smtClean="0">
                <a:solidFill>
                  <a:srgbClr val="5E574E"/>
                </a:solidFill>
              </a:defRPr>
            </a:lvl1pPr>
          </a:lstStyle>
          <a:p>
            <a:pPr>
              <a:defRPr/>
            </a:pPr>
            <a:endParaRPr lang="en-US"/>
          </a:p>
        </p:txBody>
      </p:sp>
      <p:sp>
        <p:nvSpPr>
          <p:cNvPr id="6" name="Rectangle 5"/>
          <p:cNvSpPr>
            <a:spLocks noGrp="1" noChangeArrowheads="1"/>
          </p:cNvSpPr>
          <p:nvPr>
            <p:ph type="ftr" sz="quarter" idx="11"/>
          </p:nvPr>
        </p:nvSpPr>
        <p:spPr>
          <a:xfrm>
            <a:off x="4199467" y="6229350"/>
            <a:ext cx="3793067" cy="514350"/>
          </a:xfrm>
        </p:spPr>
        <p:txBody>
          <a:bodyPr/>
          <a:lstStyle>
            <a:lvl1pPr>
              <a:defRPr smtClean="0">
                <a:solidFill>
                  <a:srgbClr val="5E574E"/>
                </a:solidFill>
              </a:defRPr>
            </a:lvl1pPr>
          </a:lstStyle>
          <a:p>
            <a:pPr>
              <a:defRPr/>
            </a:pPr>
            <a:endParaRPr lang="en-US"/>
          </a:p>
        </p:txBody>
      </p:sp>
      <p:sp>
        <p:nvSpPr>
          <p:cNvPr id="7" name="Rectangle 6"/>
          <p:cNvSpPr>
            <a:spLocks noGrp="1" noChangeArrowheads="1"/>
          </p:cNvSpPr>
          <p:nvPr>
            <p:ph type="sldNum" sz="quarter" idx="12"/>
          </p:nvPr>
        </p:nvSpPr>
        <p:spPr>
          <a:xfrm>
            <a:off x="8805333" y="6229350"/>
            <a:ext cx="2438400" cy="514350"/>
          </a:xfrm>
        </p:spPr>
        <p:txBody>
          <a:bodyPr/>
          <a:lstStyle>
            <a:lvl1pPr>
              <a:defRPr smtClean="0">
                <a:solidFill>
                  <a:srgbClr val="5E574E"/>
                </a:solidFill>
              </a:defRPr>
            </a:lvl1pPr>
          </a:lstStyle>
          <a:p>
            <a:pPr>
              <a:defRPr/>
            </a:pPr>
            <a:fld id="{C4BF8130-1114-424F-9FC7-31CDE3520BF0}" type="slidenum">
              <a:rPr lang="en-US"/>
              <a:pPr>
                <a:defRPr/>
              </a:pPr>
              <a:t>‹#›</a:t>
            </a:fld>
            <a:endParaRPr lang="en-US"/>
          </a:p>
        </p:txBody>
      </p:sp>
    </p:spTree>
    <p:extLst>
      <p:ext uri="{BB962C8B-B14F-4D97-AF65-F5344CB8AC3E}">
        <p14:creationId xmlns:p14="http://schemas.microsoft.com/office/powerpoint/2010/main" val="174513348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5E574E"/>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5E574E"/>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E56F27F4-0200-4E0E-8236-FA34A582AE03}" type="slidenum">
              <a:rPr lang="en-US">
                <a:solidFill>
                  <a:srgbClr val="5E574E"/>
                </a:solidFill>
              </a:rPr>
              <a:pPr>
                <a:defRPr/>
              </a:pPr>
              <a:t>‹#›</a:t>
            </a:fld>
            <a:endParaRPr lang="en-US">
              <a:solidFill>
                <a:srgbClr val="5E574E"/>
              </a:solidFill>
            </a:endParaRPr>
          </a:p>
        </p:txBody>
      </p:sp>
    </p:spTree>
    <p:extLst>
      <p:ext uri="{BB962C8B-B14F-4D97-AF65-F5344CB8AC3E}">
        <p14:creationId xmlns:p14="http://schemas.microsoft.com/office/powerpoint/2010/main" val="427688072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5E574E"/>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5E574E"/>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8401C5F6-9081-4494-97AE-9DB53871EEA7}" type="slidenum">
              <a:rPr lang="en-US">
                <a:solidFill>
                  <a:srgbClr val="5E574E"/>
                </a:solidFill>
              </a:rPr>
              <a:pPr>
                <a:defRPr/>
              </a:pPr>
              <a:t>‹#›</a:t>
            </a:fld>
            <a:endParaRPr lang="en-US">
              <a:solidFill>
                <a:srgbClr val="5E574E"/>
              </a:solidFill>
            </a:endParaRPr>
          </a:p>
        </p:txBody>
      </p:sp>
    </p:spTree>
    <p:extLst>
      <p:ext uri="{BB962C8B-B14F-4D97-AF65-F5344CB8AC3E}">
        <p14:creationId xmlns:p14="http://schemas.microsoft.com/office/powerpoint/2010/main" val="422796155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885950"/>
            <a:ext cx="5350933" cy="41719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63734" y="1885950"/>
            <a:ext cx="5350933" cy="41719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5E574E"/>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5E574E"/>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64485A6E-9B88-432E-A4F1-C8AF0D0C98C5}" type="slidenum">
              <a:rPr lang="en-US">
                <a:solidFill>
                  <a:srgbClr val="5E574E"/>
                </a:solidFill>
              </a:rPr>
              <a:pPr>
                <a:defRPr/>
              </a:pPr>
              <a:t>‹#›</a:t>
            </a:fld>
            <a:endParaRPr lang="en-US">
              <a:solidFill>
                <a:srgbClr val="5E574E"/>
              </a:solidFill>
            </a:endParaRPr>
          </a:p>
        </p:txBody>
      </p:sp>
    </p:spTree>
    <p:extLst>
      <p:ext uri="{BB962C8B-B14F-4D97-AF65-F5344CB8AC3E}">
        <p14:creationId xmlns:p14="http://schemas.microsoft.com/office/powerpoint/2010/main" val="68890723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solidFill>
                <a:srgbClr val="5E574E"/>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n-US">
              <a:solidFill>
                <a:srgbClr val="5E574E"/>
              </a:solidFill>
            </a:endParaRPr>
          </a:p>
        </p:txBody>
      </p:sp>
      <p:sp>
        <p:nvSpPr>
          <p:cNvPr id="9" name="Rectangle 6"/>
          <p:cNvSpPr>
            <a:spLocks noGrp="1" noChangeArrowheads="1"/>
          </p:cNvSpPr>
          <p:nvPr>
            <p:ph type="sldNum" sz="quarter" idx="12"/>
          </p:nvPr>
        </p:nvSpPr>
        <p:spPr>
          <a:ln/>
        </p:spPr>
        <p:txBody>
          <a:bodyPr/>
          <a:lstStyle>
            <a:lvl1pPr>
              <a:defRPr/>
            </a:lvl1pPr>
          </a:lstStyle>
          <a:p>
            <a:pPr>
              <a:defRPr/>
            </a:pPr>
            <a:fld id="{0F30E0A4-3CDF-4184-8238-44B0751E7424}" type="slidenum">
              <a:rPr lang="en-US">
                <a:solidFill>
                  <a:srgbClr val="5E574E"/>
                </a:solidFill>
              </a:rPr>
              <a:pPr>
                <a:defRPr/>
              </a:pPr>
              <a:t>‹#›</a:t>
            </a:fld>
            <a:endParaRPr lang="en-US">
              <a:solidFill>
                <a:srgbClr val="5E574E"/>
              </a:solidFill>
            </a:endParaRPr>
          </a:p>
        </p:txBody>
      </p:sp>
    </p:spTree>
    <p:extLst>
      <p:ext uri="{BB962C8B-B14F-4D97-AF65-F5344CB8AC3E}">
        <p14:creationId xmlns:p14="http://schemas.microsoft.com/office/powerpoint/2010/main" val="111880965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solidFill>
                <a:srgbClr val="5E574E"/>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en-US">
              <a:solidFill>
                <a:srgbClr val="5E574E"/>
              </a:solidFill>
            </a:endParaRPr>
          </a:p>
        </p:txBody>
      </p:sp>
      <p:sp>
        <p:nvSpPr>
          <p:cNvPr id="5" name="Rectangle 6"/>
          <p:cNvSpPr>
            <a:spLocks noGrp="1" noChangeArrowheads="1"/>
          </p:cNvSpPr>
          <p:nvPr>
            <p:ph type="sldNum" sz="quarter" idx="12"/>
          </p:nvPr>
        </p:nvSpPr>
        <p:spPr>
          <a:ln/>
        </p:spPr>
        <p:txBody>
          <a:bodyPr/>
          <a:lstStyle>
            <a:lvl1pPr>
              <a:defRPr/>
            </a:lvl1pPr>
          </a:lstStyle>
          <a:p>
            <a:pPr>
              <a:defRPr/>
            </a:pPr>
            <a:fld id="{AC8D2E04-DE5A-4C67-9B26-76BEF26F6857}" type="slidenum">
              <a:rPr lang="en-US">
                <a:solidFill>
                  <a:srgbClr val="5E574E"/>
                </a:solidFill>
              </a:rPr>
              <a:pPr>
                <a:defRPr/>
              </a:pPr>
              <a:t>‹#›</a:t>
            </a:fld>
            <a:endParaRPr lang="en-US">
              <a:solidFill>
                <a:srgbClr val="5E574E"/>
              </a:solidFill>
            </a:endParaRPr>
          </a:p>
        </p:txBody>
      </p:sp>
    </p:spTree>
    <p:extLst>
      <p:ext uri="{BB962C8B-B14F-4D97-AF65-F5344CB8AC3E}">
        <p14:creationId xmlns:p14="http://schemas.microsoft.com/office/powerpoint/2010/main" val="182163914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solidFill>
                <a:srgbClr val="5E574E"/>
              </a:solidFill>
            </a:endParaRPr>
          </a:p>
        </p:txBody>
      </p:sp>
      <p:sp>
        <p:nvSpPr>
          <p:cNvPr id="3" name="Rectangle 5"/>
          <p:cNvSpPr>
            <a:spLocks noGrp="1" noChangeArrowheads="1"/>
          </p:cNvSpPr>
          <p:nvPr>
            <p:ph type="ftr" sz="quarter" idx="11"/>
          </p:nvPr>
        </p:nvSpPr>
        <p:spPr>
          <a:ln/>
        </p:spPr>
        <p:txBody>
          <a:bodyPr/>
          <a:lstStyle>
            <a:lvl1pPr>
              <a:defRPr/>
            </a:lvl1pPr>
          </a:lstStyle>
          <a:p>
            <a:pPr>
              <a:defRPr/>
            </a:pPr>
            <a:endParaRPr lang="en-US">
              <a:solidFill>
                <a:srgbClr val="5E574E"/>
              </a:solidFill>
            </a:endParaRPr>
          </a:p>
        </p:txBody>
      </p:sp>
      <p:sp>
        <p:nvSpPr>
          <p:cNvPr id="4" name="Rectangle 6"/>
          <p:cNvSpPr>
            <a:spLocks noGrp="1" noChangeArrowheads="1"/>
          </p:cNvSpPr>
          <p:nvPr>
            <p:ph type="sldNum" sz="quarter" idx="12"/>
          </p:nvPr>
        </p:nvSpPr>
        <p:spPr>
          <a:ln/>
        </p:spPr>
        <p:txBody>
          <a:bodyPr/>
          <a:lstStyle>
            <a:lvl1pPr>
              <a:defRPr/>
            </a:lvl1pPr>
          </a:lstStyle>
          <a:p>
            <a:pPr>
              <a:defRPr/>
            </a:pPr>
            <a:fld id="{7959C011-DC70-4C52-B3B8-72518F99E2CA}" type="slidenum">
              <a:rPr lang="en-US">
                <a:solidFill>
                  <a:srgbClr val="5E574E"/>
                </a:solidFill>
              </a:rPr>
              <a:pPr>
                <a:defRPr/>
              </a:pPr>
              <a:t>‹#›</a:t>
            </a:fld>
            <a:endParaRPr lang="en-US">
              <a:solidFill>
                <a:srgbClr val="5E574E"/>
              </a:solidFill>
            </a:endParaRPr>
          </a:p>
        </p:txBody>
      </p:sp>
    </p:spTree>
    <p:extLst>
      <p:ext uri="{BB962C8B-B14F-4D97-AF65-F5344CB8AC3E}">
        <p14:creationId xmlns:p14="http://schemas.microsoft.com/office/powerpoint/2010/main" val="154679671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5E574E"/>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5E574E"/>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54FCBD1E-979F-4B0B-A2C3-74FFE1E0EC9E}" type="slidenum">
              <a:rPr lang="en-US">
                <a:solidFill>
                  <a:srgbClr val="5E574E"/>
                </a:solidFill>
              </a:rPr>
              <a:pPr>
                <a:defRPr/>
              </a:pPr>
              <a:t>‹#›</a:t>
            </a:fld>
            <a:endParaRPr lang="en-US">
              <a:solidFill>
                <a:srgbClr val="5E574E"/>
              </a:solidFill>
            </a:endParaRPr>
          </a:p>
        </p:txBody>
      </p:sp>
    </p:spTree>
    <p:extLst>
      <p:ext uri="{BB962C8B-B14F-4D97-AF65-F5344CB8AC3E}">
        <p14:creationId xmlns:p14="http://schemas.microsoft.com/office/powerpoint/2010/main" val="78487873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5E574E"/>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5E574E"/>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C4288857-4A5D-4EF9-A602-6A648F0B7BBA}" type="slidenum">
              <a:rPr lang="en-US">
                <a:solidFill>
                  <a:srgbClr val="5E574E"/>
                </a:solidFill>
              </a:rPr>
              <a:pPr>
                <a:defRPr/>
              </a:pPr>
              <a:t>‹#›</a:t>
            </a:fld>
            <a:endParaRPr lang="en-US">
              <a:solidFill>
                <a:srgbClr val="5E574E"/>
              </a:solidFill>
            </a:endParaRPr>
          </a:p>
        </p:txBody>
      </p:sp>
    </p:spTree>
    <p:extLst>
      <p:ext uri="{BB962C8B-B14F-4D97-AF65-F5344CB8AC3E}">
        <p14:creationId xmlns:p14="http://schemas.microsoft.com/office/powerpoint/2010/main" val="359493153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5E574E"/>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5E574E"/>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67433E5D-8592-4997-8391-9B20B15F2B7D}" type="slidenum">
              <a:rPr lang="en-US">
                <a:solidFill>
                  <a:srgbClr val="5E574E"/>
                </a:solidFill>
              </a:rPr>
              <a:pPr>
                <a:defRPr/>
              </a:pPr>
              <a:t>‹#›</a:t>
            </a:fld>
            <a:endParaRPr lang="en-US">
              <a:solidFill>
                <a:srgbClr val="5E574E"/>
              </a:solidFill>
            </a:endParaRPr>
          </a:p>
        </p:txBody>
      </p:sp>
    </p:spTree>
    <p:extLst>
      <p:ext uri="{BB962C8B-B14F-4D97-AF65-F5344CB8AC3E}">
        <p14:creationId xmlns:p14="http://schemas.microsoft.com/office/powerpoint/2010/main" val="272692175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71467" y="228600"/>
            <a:ext cx="2743200" cy="58293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41867" y="228600"/>
            <a:ext cx="8026400" cy="58293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5E574E"/>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5E574E"/>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06B5C660-A39E-477E-B7A5-718421807EF8}" type="slidenum">
              <a:rPr lang="en-US">
                <a:solidFill>
                  <a:srgbClr val="5E574E"/>
                </a:solidFill>
              </a:rPr>
              <a:pPr>
                <a:defRPr/>
              </a:pPr>
              <a:t>‹#›</a:t>
            </a:fld>
            <a:endParaRPr lang="en-US">
              <a:solidFill>
                <a:srgbClr val="5E574E"/>
              </a:solidFill>
            </a:endParaRPr>
          </a:p>
        </p:txBody>
      </p:sp>
    </p:spTree>
    <p:extLst>
      <p:ext uri="{BB962C8B-B14F-4D97-AF65-F5344CB8AC3E}">
        <p14:creationId xmlns:p14="http://schemas.microsoft.com/office/powerpoint/2010/main" val="155278432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type="dgm">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SmartArt Placeholder 2"/>
          <p:cNvSpPr>
            <a:spLocks noGrp="1"/>
          </p:cNvSpPr>
          <p:nvPr>
            <p:ph type="dgm" idx="1"/>
          </p:nvPr>
        </p:nvSpPr>
        <p:spPr>
          <a:xfrm>
            <a:off x="609600" y="1600201"/>
            <a:ext cx="10972800" cy="4525963"/>
          </a:xfrm>
        </p:spPr>
        <p:txBody>
          <a:bodyPr/>
          <a:lstStyle/>
          <a:p>
            <a:pPr lvl="0"/>
            <a:endParaRPr lang="en-US" noProof="0"/>
          </a:p>
        </p:txBody>
      </p:sp>
    </p:spTree>
    <p:extLst>
      <p:ext uri="{BB962C8B-B14F-4D97-AF65-F5344CB8AC3E}">
        <p14:creationId xmlns:p14="http://schemas.microsoft.com/office/powerpoint/2010/main" val="23391606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18" Type="http://schemas.openxmlformats.org/officeDocument/2006/relationships/theme" Target="../theme/theme3.xml"/><Relationship Id="rId3" Type="http://schemas.openxmlformats.org/officeDocument/2006/relationships/slideLayout" Target="../slideLayouts/slideLayout26.xml"/><Relationship Id="rId21" Type="http://schemas.openxmlformats.org/officeDocument/2006/relationships/image" Target="../media/image5.png"/><Relationship Id="rId7" Type="http://schemas.openxmlformats.org/officeDocument/2006/relationships/slideLayout" Target="../slideLayouts/slideLayout30.xml"/><Relationship Id="rId12" Type="http://schemas.openxmlformats.org/officeDocument/2006/relationships/slideLayout" Target="../slideLayouts/slideLayout35.xml"/><Relationship Id="rId17" Type="http://schemas.openxmlformats.org/officeDocument/2006/relationships/slideLayout" Target="../slideLayouts/slideLayout40.xml"/><Relationship Id="rId2" Type="http://schemas.openxmlformats.org/officeDocument/2006/relationships/slideLayout" Target="../slideLayouts/slideLayout25.xml"/><Relationship Id="rId16" Type="http://schemas.openxmlformats.org/officeDocument/2006/relationships/slideLayout" Target="../slideLayouts/slideLayout39.xml"/><Relationship Id="rId20" Type="http://schemas.openxmlformats.org/officeDocument/2006/relationships/image" Target="../media/image4.png"/><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5" Type="http://schemas.openxmlformats.org/officeDocument/2006/relationships/slideLayout" Target="../slideLayouts/slideLayout38.xml"/><Relationship Id="rId10" Type="http://schemas.openxmlformats.org/officeDocument/2006/relationships/slideLayout" Target="../slideLayouts/slideLayout33.xml"/><Relationship Id="rId19" Type="http://schemas.openxmlformats.org/officeDocument/2006/relationships/image" Target="../media/image3.png"/><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slideLayout" Target="../slideLayouts/slideLayout37.xml"/><Relationship Id="rId22" Type="http://schemas.openxmlformats.org/officeDocument/2006/relationships/image" Target="../media/image6.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8.xml"/><Relationship Id="rId13" Type="http://schemas.openxmlformats.org/officeDocument/2006/relationships/theme" Target="../theme/theme4.xml"/><Relationship Id="rId3" Type="http://schemas.openxmlformats.org/officeDocument/2006/relationships/slideLayout" Target="../slideLayouts/slideLayout43.xml"/><Relationship Id="rId7" Type="http://schemas.openxmlformats.org/officeDocument/2006/relationships/slideLayout" Target="../slideLayouts/slideLayout47.xml"/><Relationship Id="rId12" Type="http://schemas.openxmlformats.org/officeDocument/2006/relationships/slideLayout" Target="../slideLayouts/slideLayout52.xml"/><Relationship Id="rId2" Type="http://schemas.openxmlformats.org/officeDocument/2006/relationships/slideLayout" Target="../slideLayouts/slideLayout42.xml"/><Relationship Id="rId1" Type="http://schemas.openxmlformats.org/officeDocument/2006/relationships/slideLayout" Target="../slideLayouts/slideLayout41.xml"/><Relationship Id="rId6" Type="http://schemas.openxmlformats.org/officeDocument/2006/relationships/slideLayout" Target="../slideLayouts/slideLayout46.xml"/><Relationship Id="rId11" Type="http://schemas.openxmlformats.org/officeDocument/2006/relationships/slideLayout" Target="../slideLayouts/slideLayout51.xml"/><Relationship Id="rId5" Type="http://schemas.openxmlformats.org/officeDocument/2006/relationships/slideLayout" Target="../slideLayouts/slideLayout45.xml"/><Relationship Id="rId10" Type="http://schemas.openxmlformats.org/officeDocument/2006/relationships/slideLayout" Target="../slideLayouts/slideLayout50.xml"/><Relationship Id="rId4" Type="http://schemas.openxmlformats.org/officeDocument/2006/relationships/slideLayout" Target="../slideLayouts/slideLayout44.xml"/><Relationship Id="rId9" Type="http://schemas.openxmlformats.org/officeDocument/2006/relationships/slideLayout" Target="../slideLayouts/slideLayout4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eaLnBrk="0" fontAlgn="base" hangingPunct="0">
              <a:spcAft>
                <a:spcPct val="0"/>
              </a:spcAft>
              <a:defRPr/>
            </a:pPr>
            <a:endParaRPr lang="en-US">
              <a:solidFill>
                <a:srgbClr val="5E574E"/>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eaLnBrk="0" fontAlgn="base" hangingPunct="0">
              <a:spcAft>
                <a:spcPct val="0"/>
              </a:spcAft>
              <a:defRPr/>
            </a:pPr>
            <a:endParaRPr lang="en-US">
              <a:solidFill>
                <a:srgbClr val="5E574E"/>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eaLnBrk="0" fontAlgn="base" hangingPunct="0">
              <a:spcAft>
                <a:spcPct val="0"/>
              </a:spcAft>
              <a:defRPr/>
            </a:pPr>
            <a:fld id="{27018354-842D-408E-B7D9-A2AF78583BBB}" type="slidenum">
              <a:rPr lang="en-US" smtClean="0">
                <a:solidFill>
                  <a:srgbClr val="5E574E"/>
                </a:solidFill>
              </a:rPr>
              <a:pPr eaLnBrk="0" fontAlgn="base" hangingPunct="0">
                <a:spcAft>
                  <a:spcPct val="0"/>
                </a:spcAft>
                <a:defRPr/>
              </a:pPr>
              <a:t>‹#›</a:t>
            </a:fld>
            <a:endParaRPr lang="en-US">
              <a:solidFill>
                <a:srgbClr val="5E574E"/>
              </a:solidFill>
            </a:endParaRPr>
          </a:p>
        </p:txBody>
      </p:sp>
    </p:spTree>
    <p:extLst>
      <p:ext uri="{BB962C8B-B14F-4D97-AF65-F5344CB8AC3E}">
        <p14:creationId xmlns:p14="http://schemas.microsoft.com/office/powerpoint/2010/main" val="2592961670"/>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541867" y="228600"/>
            <a:ext cx="10363200" cy="1143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09600" y="1885950"/>
            <a:ext cx="10905067" cy="4171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316" name="Rectangle 4"/>
          <p:cNvSpPr>
            <a:spLocks noGrp="1" noChangeArrowheads="1"/>
          </p:cNvSpPr>
          <p:nvPr>
            <p:ph type="dt" sz="half" idx="2"/>
          </p:nvPr>
        </p:nvSpPr>
        <p:spPr bwMode="auto">
          <a:xfrm>
            <a:off x="575733" y="6229350"/>
            <a:ext cx="2540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spcBef>
                <a:spcPct val="50000"/>
              </a:spcBef>
              <a:defRPr sz="1400" smtClean="0">
                <a:solidFill>
                  <a:schemeClr val="bg2"/>
                </a:solidFill>
                <a:latin typeface="Arial" pitchFamily="34" charset="0"/>
              </a:defRPr>
            </a:lvl1pPr>
          </a:lstStyle>
          <a:p>
            <a:pPr>
              <a:defRPr/>
            </a:pPr>
            <a:endParaRPr lang="en-US"/>
          </a:p>
        </p:txBody>
      </p:sp>
      <p:sp>
        <p:nvSpPr>
          <p:cNvPr id="13317" name="Rectangle 5"/>
          <p:cNvSpPr>
            <a:spLocks noGrp="1" noChangeArrowheads="1"/>
          </p:cNvSpPr>
          <p:nvPr>
            <p:ph type="ftr" sz="quarter" idx="3"/>
          </p:nvPr>
        </p:nvSpPr>
        <p:spPr bwMode="auto">
          <a:xfrm>
            <a:off x="4165600" y="6229350"/>
            <a:ext cx="3860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lgn="ctr">
              <a:spcBef>
                <a:spcPct val="50000"/>
              </a:spcBef>
              <a:defRPr sz="1400" smtClean="0">
                <a:solidFill>
                  <a:schemeClr val="bg2"/>
                </a:solidFill>
                <a:latin typeface="Arial" pitchFamily="34" charset="0"/>
              </a:defRPr>
            </a:lvl1pPr>
          </a:lstStyle>
          <a:p>
            <a:pPr>
              <a:defRPr/>
            </a:pPr>
            <a:endParaRPr lang="en-US"/>
          </a:p>
        </p:txBody>
      </p:sp>
      <p:sp>
        <p:nvSpPr>
          <p:cNvPr id="13318" name="Rectangle 6"/>
          <p:cNvSpPr>
            <a:spLocks noGrp="1" noChangeArrowheads="1"/>
          </p:cNvSpPr>
          <p:nvPr>
            <p:ph type="sldNum" sz="quarter" idx="4"/>
          </p:nvPr>
        </p:nvSpPr>
        <p:spPr bwMode="auto">
          <a:xfrm>
            <a:off x="8974667" y="6229350"/>
            <a:ext cx="2540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lgn="r">
              <a:spcBef>
                <a:spcPct val="50000"/>
              </a:spcBef>
              <a:defRPr sz="1400" smtClean="0">
                <a:solidFill>
                  <a:schemeClr val="bg2"/>
                </a:solidFill>
                <a:latin typeface="Arial" pitchFamily="34" charset="0"/>
              </a:defRPr>
            </a:lvl1pPr>
          </a:lstStyle>
          <a:p>
            <a:pPr>
              <a:defRPr/>
            </a:pPr>
            <a:fld id="{27018354-842D-408E-B7D9-A2AF78583BBB}" type="slidenum">
              <a:rPr lang="en-US"/>
              <a:pPr>
                <a:defRPr/>
              </a:pPr>
              <a:t>‹#›</a:t>
            </a:fld>
            <a:endParaRPr lang="en-US"/>
          </a:p>
        </p:txBody>
      </p:sp>
      <p:pic>
        <p:nvPicPr>
          <p:cNvPr id="1031" name="Picture 7" descr="A:\paint.GIF"/>
          <p:cNvPicPr>
            <a:picLocks noChangeAspect="1" noChangeArrowheads="1"/>
          </p:cNvPicPr>
          <p:nvPr/>
        </p:nvPicPr>
        <p:blipFill>
          <a:blip r:embed="rId14">
            <a:clrChange>
              <a:clrFrom>
                <a:srgbClr val="C0C0C0"/>
              </a:clrFrom>
              <a:clrTo>
                <a:srgbClr val="C0C0C0">
                  <a:alpha val="0"/>
                </a:srgbClr>
              </a:clrTo>
            </a:clrChange>
            <a:extLst>
              <a:ext uri="{28A0092B-C50C-407E-A947-70E740481C1C}">
                <a14:useLocalDpi xmlns:a14="http://schemas.microsoft.com/office/drawing/2010/main" val="0"/>
              </a:ext>
            </a:extLst>
          </a:blip>
          <a:srcRect/>
          <a:stretch>
            <a:fillRect/>
          </a:stretch>
        </p:blipFill>
        <p:spPr bwMode="auto">
          <a:xfrm>
            <a:off x="1219200" y="1314451"/>
            <a:ext cx="10972800" cy="384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36518029"/>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Lst>
  <p:hf hdr="0" ftr="0" dt="0"/>
  <p:txStyles>
    <p:titleStyle>
      <a:lvl1pPr algn="l" rtl="0" eaLnBrk="0" fontAlgn="base" hangingPunct="0">
        <a:spcBef>
          <a:spcPct val="0"/>
        </a:spcBef>
        <a:spcAft>
          <a:spcPct val="0"/>
        </a:spcAft>
        <a:defRPr kumimoji="1" sz="4000">
          <a:solidFill>
            <a:schemeClr val="tx2"/>
          </a:solidFill>
          <a:latin typeface="+mj-lt"/>
          <a:ea typeface="+mj-ea"/>
          <a:cs typeface="+mj-cs"/>
        </a:defRPr>
      </a:lvl1pPr>
      <a:lvl2pPr algn="l" rtl="0" eaLnBrk="0" fontAlgn="base" hangingPunct="0">
        <a:spcBef>
          <a:spcPct val="0"/>
        </a:spcBef>
        <a:spcAft>
          <a:spcPct val="0"/>
        </a:spcAft>
        <a:defRPr kumimoji="1" sz="4000">
          <a:solidFill>
            <a:schemeClr val="tx2"/>
          </a:solidFill>
          <a:latin typeface="Arial Black" pitchFamily="34" charset="0"/>
        </a:defRPr>
      </a:lvl2pPr>
      <a:lvl3pPr algn="l" rtl="0" eaLnBrk="0" fontAlgn="base" hangingPunct="0">
        <a:spcBef>
          <a:spcPct val="0"/>
        </a:spcBef>
        <a:spcAft>
          <a:spcPct val="0"/>
        </a:spcAft>
        <a:defRPr kumimoji="1" sz="4000">
          <a:solidFill>
            <a:schemeClr val="tx2"/>
          </a:solidFill>
          <a:latin typeface="Arial Black" pitchFamily="34" charset="0"/>
        </a:defRPr>
      </a:lvl3pPr>
      <a:lvl4pPr algn="l" rtl="0" eaLnBrk="0" fontAlgn="base" hangingPunct="0">
        <a:spcBef>
          <a:spcPct val="0"/>
        </a:spcBef>
        <a:spcAft>
          <a:spcPct val="0"/>
        </a:spcAft>
        <a:defRPr kumimoji="1" sz="4000">
          <a:solidFill>
            <a:schemeClr val="tx2"/>
          </a:solidFill>
          <a:latin typeface="Arial Black" pitchFamily="34" charset="0"/>
        </a:defRPr>
      </a:lvl4pPr>
      <a:lvl5pPr algn="l" rtl="0" eaLnBrk="0" fontAlgn="base" hangingPunct="0">
        <a:spcBef>
          <a:spcPct val="0"/>
        </a:spcBef>
        <a:spcAft>
          <a:spcPct val="0"/>
        </a:spcAft>
        <a:defRPr kumimoji="1" sz="4000">
          <a:solidFill>
            <a:schemeClr val="tx2"/>
          </a:solidFill>
          <a:latin typeface="Arial Black" pitchFamily="34" charset="0"/>
        </a:defRPr>
      </a:lvl5pPr>
      <a:lvl6pPr marL="457200" algn="l" rtl="0" eaLnBrk="0" fontAlgn="base" hangingPunct="0">
        <a:spcBef>
          <a:spcPct val="0"/>
        </a:spcBef>
        <a:spcAft>
          <a:spcPct val="0"/>
        </a:spcAft>
        <a:defRPr kumimoji="1" sz="4000">
          <a:solidFill>
            <a:schemeClr val="tx2"/>
          </a:solidFill>
          <a:latin typeface="Arial Black" pitchFamily="34" charset="0"/>
        </a:defRPr>
      </a:lvl6pPr>
      <a:lvl7pPr marL="914400" algn="l" rtl="0" eaLnBrk="0" fontAlgn="base" hangingPunct="0">
        <a:spcBef>
          <a:spcPct val="0"/>
        </a:spcBef>
        <a:spcAft>
          <a:spcPct val="0"/>
        </a:spcAft>
        <a:defRPr kumimoji="1" sz="4000">
          <a:solidFill>
            <a:schemeClr val="tx2"/>
          </a:solidFill>
          <a:latin typeface="Arial Black" pitchFamily="34" charset="0"/>
        </a:defRPr>
      </a:lvl7pPr>
      <a:lvl8pPr marL="1371600" algn="l" rtl="0" eaLnBrk="0" fontAlgn="base" hangingPunct="0">
        <a:spcBef>
          <a:spcPct val="0"/>
        </a:spcBef>
        <a:spcAft>
          <a:spcPct val="0"/>
        </a:spcAft>
        <a:defRPr kumimoji="1" sz="4000">
          <a:solidFill>
            <a:schemeClr val="tx2"/>
          </a:solidFill>
          <a:latin typeface="Arial Black" pitchFamily="34" charset="0"/>
        </a:defRPr>
      </a:lvl8pPr>
      <a:lvl9pPr marL="1828800" algn="l" rtl="0" eaLnBrk="0" fontAlgn="base" hangingPunct="0">
        <a:spcBef>
          <a:spcPct val="0"/>
        </a:spcBef>
        <a:spcAft>
          <a:spcPct val="0"/>
        </a:spcAft>
        <a:defRPr kumimoji="1" sz="4000">
          <a:solidFill>
            <a:schemeClr val="tx2"/>
          </a:solidFill>
          <a:latin typeface="Arial Black" pitchFamily="34" charset="0"/>
        </a:defRPr>
      </a:lvl9pPr>
    </p:titleStyle>
    <p:bodyStyle>
      <a:lvl1pPr marL="342900" indent="-342900" algn="l" rtl="0" eaLnBrk="0" fontAlgn="base" hangingPunct="0">
        <a:spcBef>
          <a:spcPct val="20000"/>
        </a:spcBef>
        <a:spcAft>
          <a:spcPct val="0"/>
        </a:spcAft>
        <a:buClr>
          <a:schemeClr val="accent2"/>
        </a:buClr>
        <a:buFont typeface="Monotype Sorts" pitchFamily="2" charset="2"/>
        <a:buChar char="z"/>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Font typeface="Monotype Sorts" pitchFamily="2" charset="2"/>
        <a:buChar char="y"/>
        <a:defRPr kumimoji="1" sz="2800">
          <a:solidFill>
            <a:schemeClr val="tx1"/>
          </a:solidFill>
          <a:latin typeface="+mn-lt"/>
        </a:defRPr>
      </a:lvl2pPr>
      <a:lvl3pPr marL="1143000" indent="-228600" algn="l" rtl="0" eaLnBrk="0" fontAlgn="base" hangingPunct="0">
        <a:spcBef>
          <a:spcPct val="20000"/>
        </a:spcBef>
        <a:spcAft>
          <a:spcPct val="0"/>
        </a:spcAft>
        <a:buClr>
          <a:schemeClr val="accent2"/>
        </a:buClr>
        <a:buFont typeface="Monotype Sorts" pitchFamily="2" charset="2"/>
        <a:buChar char="x"/>
        <a:defRPr kumimoji="1"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kumimoji="1"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kumimoji="1" sz="2000">
          <a:solidFill>
            <a:schemeClr val="tx1"/>
          </a:solidFill>
          <a:latin typeface="+mn-lt"/>
        </a:defRPr>
      </a:lvl5pPr>
      <a:lvl6pPr marL="2514600" indent="-228600" algn="l" rtl="0" eaLnBrk="0" fontAlgn="base" hangingPunct="0">
        <a:spcBef>
          <a:spcPct val="20000"/>
        </a:spcBef>
        <a:spcAft>
          <a:spcPct val="0"/>
        </a:spcAft>
        <a:buClr>
          <a:schemeClr val="accent2"/>
        </a:buClr>
        <a:buChar char="–"/>
        <a:defRPr kumimoji="1" sz="2000">
          <a:solidFill>
            <a:schemeClr val="tx1"/>
          </a:solidFill>
          <a:latin typeface="+mn-lt"/>
        </a:defRPr>
      </a:lvl6pPr>
      <a:lvl7pPr marL="2971800" indent="-228600" algn="l" rtl="0" eaLnBrk="0" fontAlgn="base" hangingPunct="0">
        <a:spcBef>
          <a:spcPct val="20000"/>
        </a:spcBef>
        <a:spcAft>
          <a:spcPct val="0"/>
        </a:spcAft>
        <a:buClr>
          <a:schemeClr val="accent2"/>
        </a:buClr>
        <a:buChar char="–"/>
        <a:defRPr kumimoji="1" sz="2000">
          <a:solidFill>
            <a:schemeClr val="tx1"/>
          </a:solidFill>
          <a:latin typeface="+mn-lt"/>
        </a:defRPr>
      </a:lvl7pPr>
      <a:lvl8pPr marL="3429000" indent="-228600" algn="l" rtl="0" eaLnBrk="0" fontAlgn="base" hangingPunct="0">
        <a:spcBef>
          <a:spcPct val="20000"/>
        </a:spcBef>
        <a:spcAft>
          <a:spcPct val="0"/>
        </a:spcAft>
        <a:buClr>
          <a:schemeClr val="accent2"/>
        </a:buClr>
        <a:buChar char="–"/>
        <a:defRPr kumimoji="1" sz="2000">
          <a:solidFill>
            <a:schemeClr val="tx1"/>
          </a:solidFill>
          <a:latin typeface="+mn-lt"/>
        </a:defRPr>
      </a:lvl8pPr>
      <a:lvl9pPr marL="3886200" indent="-228600" algn="l" rtl="0" eaLnBrk="0" fontAlgn="base" hangingPunct="0">
        <a:spcBef>
          <a:spcPct val="20000"/>
        </a:spcBef>
        <a:spcAft>
          <a:spcPct val="0"/>
        </a:spcAft>
        <a:buClr>
          <a:schemeClr val="accent2"/>
        </a:buClr>
        <a:buChar char="–"/>
        <a:defRPr kumimoji="1"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pPr eaLnBrk="0" fontAlgn="base" hangingPunct="0">
              <a:spcAft>
                <a:spcPct val="0"/>
              </a:spcAft>
              <a:defRPr/>
            </a:pPr>
            <a:endParaRPr lang="en-US">
              <a:solidFill>
                <a:srgbClr val="5E574E"/>
              </a:solidFill>
            </a:endParaRPr>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pPr eaLnBrk="0" fontAlgn="base" hangingPunct="0">
              <a:spcAft>
                <a:spcPct val="0"/>
              </a:spcAft>
              <a:defRPr/>
            </a:pPr>
            <a:endParaRPr lang="en-US">
              <a:solidFill>
                <a:srgbClr val="5E574E"/>
              </a:solidFill>
            </a:endParaRPr>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pPr eaLnBrk="0" fontAlgn="base" hangingPunct="0">
              <a:spcAft>
                <a:spcPct val="0"/>
              </a:spcAft>
              <a:defRPr/>
            </a:pPr>
            <a:fld id="{27018354-842D-408E-B7D9-A2AF78583BBB}" type="slidenum">
              <a:rPr lang="en-US" smtClean="0">
                <a:solidFill>
                  <a:srgbClr val="5E574E"/>
                </a:solidFill>
              </a:rPr>
              <a:pPr eaLnBrk="0" fontAlgn="base" hangingPunct="0">
                <a:spcAft>
                  <a:spcPct val="0"/>
                </a:spcAft>
                <a:defRPr/>
              </a:pPr>
              <a:t>‹#›</a:t>
            </a:fld>
            <a:endParaRPr lang="en-US">
              <a:solidFill>
                <a:srgbClr val="5E574E"/>
              </a:solidFill>
            </a:endParaRPr>
          </a:p>
        </p:txBody>
      </p:sp>
    </p:spTree>
    <p:extLst>
      <p:ext uri="{BB962C8B-B14F-4D97-AF65-F5344CB8AC3E}">
        <p14:creationId xmlns:p14="http://schemas.microsoft.com/office/powerpoint/2010/main" val="479012177"/>
      </p:ext>
    </p:extLst>
  </p:cSld>
  <p:clrMap bg1="dk1" tx1="lt1" bg2="dk2" tx2="lt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 id="2147483711" r:id="rId13"/>
    <p:sldLayoutId id="2147483712" r:id="rId14"/>
    <p:sldLayoutId id="2147483713" r:id="rId15"/>
    <p:sldLayoutId id="2147483714" r:id="rId16"/>
    <p:sldLayoutId id="2147483715" r:id="rId17"/>
  </p:sldLayoutIdLst>
  <p:hf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541867" y="228600"/>
            <a:ext cx="10363200" cy="1143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09600" y="1885950"/>
            <a:ext cx="10905067" cy="4171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316" name="Rectangle 4"/>
          <p:cNvSpPr>
            <a:spLocks noGrp="1" noChangeArrowheads="1"/>
          </p:cNvSpPr>
          <p:nvPr>
            <p:ph type="dt" sz="half" idx="2"/>
          </p:nvPr>
        </p:nvSpPr>
        <p:spPr bwMode="auto">
          <a:xfrm>
            <a:off x="575733" y="6229350"/>
            <a:ext cx="2540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spcBef>
                <a:spcPct val="50000"/>
              </a:spcBef>
              <a:defRPr sz="1400" smtClean="0">
                <a:solidFill>
                  <a:schemeClr val="bg2"/>
                </a:solidFill>
                <a:latin typeface="Arial" pitchFamily="34" charset="0"/>
              </a:defRPr>
            </a:lvl1pPr>
          </a:lstStyle>
          <a:p>
            <a:pPr eaLnBrk="0" fontAlgn="base" hangingPunct="0">
              <a:spcAft>
                <a:spcPct val="0"/>
              </a:spcAft>
              <a:defRPr/>
            </a:pPr>
            <a:endParaRPr lang="en-US">
              <a:solidFill>
                <a:srgbClr val="5E574E"/>
              </a:solidFill>
            </a:endParaRPr>
          </a:p>
        </p:txBody>
      </p:sp>
      <p:sp>
        <p:nvSpPr>
          <p:cNvPr id="13317" name="Rectangle 5"/>
          <p:cNvSpPr>
            <a:spLocks noGrp="1" noChangeArrowheads="1"/>
          </p:cNvSpPr>
          <p:nvPr>
            <p:ph type="ftr" sz="quarter" idx="3"/>
          </p:nvPr>
        </p:nvSpPr>
        <p:spPr bwMode="auto">
          <a:xfrm>
            <a:off x="4165600" y="6229350"/>
            <a:ext cx="3860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lgn="ctr">
              <a:spcBef>
                <a:spcPct val="50000"/>
              </a:spcBef>
              <a:defRPr sz="1400" smtClean="0">
                <a:solidFill>
                  <a:schemeClr val="bg2"/>
                </a:solidFill>
                <a:latin typeface="Arial" pitchFamily="34" charset="0"/>
              </a:defRPr>
            </a:lvl1pPr>
          </a:lstStyle>
          <a:p>
            <a:pPr eaLnBrk="0" fontAlgn="base" hangingPunct="0">
              <a:spcAft>
                <a:spcPct val="0"/>
              </a:spcAft>
              <a:defRPr/>
            </a:pPr>
            <a:endParaRPr lang="en-US">
              <a:solidFill>
                <a:srgbClr val="5E574E"/>
              </a:solidFill>
            </a:endParaRPr>
          </a:p>
        </p:txBody>
      </p:sp>
      <p:sp>
        <p:nvSpPr>
          <p:cNvPr id="13318" name="Rectangle 6"/>
          <p:cNvSpPr>
            <a:spLocks noGrp="1" noChangeArrowheads="1"/>
          </p:cNvSpPr>
          <p:nvPr>
            <p:ph type="sldNum" sz="quarter" idx="4"/>
          </p:nvPr>
        </p:nvSpPr>
        <p:spPr bwMode="auto">
          <a:xfrm>
            <a:off x="8974667" y="6229350"/>
            <a:ext cx="2540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lgn="r">
              <a:spcBef>
                <a:spcPct val="50000"/>
              </a:spcBef>
              <a:defRPr sz="1400" smtClean="0">
                <a:solidFill>
                  <a:schemeClr val="bg2"/>
                </a:solidFill>
                <a:latin typeface="Arial" pitchFamily="34" charset="0"/>
              </a:defRPr>
            </a:lvl1pPr>
          </a:lstStyle>
          <a:p>
            <a:pPr eaLnBrk="0" fontAlgn="base" hangingPunct="0">
              <a:spcAft>
                <a:spcPct val="0"/>
              </a:spcAft>
              <a:defRPr/>
            </a:pPr>
            <a:fld id="{27018354-842D-408E-B7D9-A2AF78583BBB}" type="slidenum">
              <a:rPr lang="en-US">
                <a:solidFill>
                  <a:srgbClr val="5E574E"/>
                </a:solidFill>
              </a:rPr>
              <a:pPr eaLnBrk="0" fontAlgn="base" hangingPunct="0">
                <a:spcAft>
                  <a:spcPct val="0"/>
                </a:spcAft>
                <a:defRPr/>
              </a:pPr>
              <a:t>‹#›</a:t>
            </a:fld>
            <a:endParaRPr lang="en-US">
              <a:solidFill>
                <a:srgbClr val="5E574E"/>
              </a:solidFill>
            </a:endParaRPr>
          </a:p>
        </p:txBody>
      </p:sp>
      <p:pic>
        <p:nvPicPr>
          <p:cNvPr id="1031" name="Picture 7" descr="A:\paint.GIF"/>
          <p:cNvPicPr>
            <a:picLocks noChangeAspect="1" noChangeArrowheads="1"/>
          </p:cNvPicPr>
          <p:nvPr/>
        </p:nvPicPr>
        <p:blipFill>
          <a:blip r:embed="rId14">
            <a:clrChange>
              <a:clrFrom>
                <a:srgbClr val="C0C0C0"/>
              </a:clrFrom>
              <a:clrTo>
                <a:srgbClr val="C0C0C0">
                  <a:alpha val="0"/>
                </a:srgbClr>
              </a:clrTo>
            </a:clrChange>
            <a:extLst>
              <a:ext uri="{28A0092B-C50C-407E-A947-70E740481C1C}">
                <a14:useLocalDpi xmlns:a14="http://schemas.microsoft.com/office/drawing/2010/main" val="0"/>
              </a:ext>
            </a:extLst>
          </a:blip>
          <a:srcRect/>
          <a:stretch>
            <a:fillRect/>
          </a:stretch>
        </p:blipFill>
        <p:spPr bwMode="auto">
          <a:xfrm>
            <a:off x="1219200" y="1314451"/>
            <a:ext cx="10972800" cy="384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13827057"/>
      </p:ext>
    </p:extLst>
  </p:cSld>
  <p:clrMap bg1="lt1" tx1="dk1" bg2="lt2" tx2="dk2" accent1="accent1" accent2="accent2" accent3="accent3" accent4="accent4" accent5="accent5" accent6="accent6" hlink="hlink" folHlink="folHlink"/>
  <p:sldLayoutIdLst>
    <p:sldLayoutId id="2147483717" r:id="rId1"/>
    <p:sldLayoutId id="2147483718" r:id="rId2"/>
    <p:sldLayoutId id="2147483719" r:id="rId3"/>
    <p:sldLayoutId id="2147483720" r:id="rId4"/>
    <p:sldLayoutId id="2147483721" r:id="rId5"/>
    <p:sldLayoutId id="2147483722" r:id="rId6"/>
    <p:sldLayoutId id="2147483723" r:id="rId7"/>
    <p:sldLayoutId id="2147483724" r:id="rId8"/>
    <p:sldLayoutId id="2147483725" r:id="rId9"/>
    <p:sldLayoutId id="2147483726" r:id="rId10"/>
    <p:sldLayoutId id="2147483727" r:id="rId11"/>
    <p:sldLayoutId id="2147483728" r:id="rId12"/>
  </p:sldLayoutIdLst>
  <p:hf hdr="0" ftr="0" dt="0"/>
  <p:txStyles>
    <p:titleStyle>
      <a:lvl1pPr algn="l" rtl="0" eaLnBrk="0" fontAlgn="base" hangingPunct="0">
        <a:spcBef>
          <a:spcPct val="0"/>
        </a:spcBef>
        <a:spcAft>
          <a:spcPct val="0"/>
        </a:spcAft>
        <a:defRPr kumimoji="1" sz="4000">
          <a:solidFill>
            <a:schemeClr val="tx2"/>
          </a:solidFill>
          <a:latin typeface="+mj-lt"/>
          <a:ea typeface="+mj-ea"/>
          <a:cs typeface="+mj-cs"/>
        </a:defRPr>
      </a:lvl1pPr>
      <a:lvl2pPr algn="l" rtl="0" eaLnBrk="0" fontAlgn="base" hangingPunct="0">
        <a:spcBef>
          <a:spcPct val="0"/>
        </a:spcBef>
        <a:spcAft>
          <a:spcPct val="0"/>
        </a:spcAft>
        <a:defRPr kumimoji="1" sz="4000">
          <a:solidFill>
            <a:schemeClr val="tx2"/>
          </a:solidFill>
          <a:latin typeface="Arial Black" pitchFamily="34" charset="0"/>
        </a:defRPr>
      </a:lvl2pPr>
      <a:lvl3pPr algn="l" rtl="0" eaLnBrk="0" fontAlgn="base" hangingPunct="0">
        <a:spcBef>
          <a:spcPct val="0"/>
        </a:spcBef>
        <a:spcAft>
          <a:spcPct val="0"/>
        </a:spcAft>
        <a:defRPr kumimoji="1" sz="4000">
          <a:solidFill>
            <a:schemeClr val="tx2"/>
          </a:solidFill>
          <a:latin typeface="Arial Black" pitchFamily="34" charset="0"/>
        </a:defRPr>
      </a:lvl3pPr>
      <a:lvl4pPr algn="l" rtl="0" eaLnBrk="0" fontAlgn="base" hangingPunct="0">
        <a:spcBef>
          <a:spcPct val="0"/>
        </a:spcBef>
        <a:spcAft>
          <a:spcPct val="0"/>
        </a:spcAft>
        <a:defRPr kumimoji="1" sz="4000">
          <a:solidFill>
            <a:schemeClr val="tx2"/>
          </a:solidFill>
          <a:latin typeface="Arial Black" pitchFamily="34" charset="0"/>
        </a:defRPr>
      </a:lvl4pPr>
      <a:lvl5pPr algn="l" rtl="0" eaLnBrk="0" fontAlgn="base" hangingPunct="0">
        <a:spcBef>
          <a:spcPct val="0"/>
        </a:spcBef>
        <a:spcAft>
          <a:spcPct val="0"/>
        </a:spcAft>
        <a:defRPr kumimoji="1" sz="4000">
          <a:solidFill>
            <a:schemeClr val="tx2"/>
          </a:solidFill>
          <a:latin typeface="Arial Black" pitchFamily="34" charset="0"/>
        </a:defRPr>
      </a:lvl5pPr>
      <a:lvl6pPr marL="457200" algn="l" rtl="0" eaLnBrk="0" fontAlgn="base" hangingPunct="0">
        <a:spcBef>
          <a:spcPct val="0"/>
        </a:spcBef>
        <a:spcAft>
          <a:spcPct val="0"/>
        </a:spcAft>
        <a:defRPr kumimoji="1" sz="4000">
          <a:solidFill>
            <a:schemeClr val="tx2"/>
          </a:solidFill>
          <a:latin typeface="Arial Black" pitchFamily="34" charset="0"/>
        </a:defRPr>
      </a:lvl6pPr>
      <a:lvl7pPr marL="914400" algn="l" rtl="0" eaLnBrk="0" fontAlgn="base" hangingPunct="0">
        <a:spcBef>
          <a:spcPct val="0"/>
        </a:spcBef>
        <a:spcAft>
          <a:spcPct val="0"/>
        </a:spcAft>
        <a:defRPr kumimoji="1" sz="4000">
          <a:solidFill>
            <a:schemeClr val="tx2"/>
          </a:solidFill>
          <a:latin typeface="Arial Black" pitchFamily="34" charset="0"/>
        </a:defRPr>
      </a:lvl7pPr>
      <a:lvl8pPr marL="1371600" algn="l" rtl="0" eaLnBrk="0" fontAlgn="base" hangingPunct="0">
        <a:spcBef>
          <a:spcPct val="0"/>
        </a:spcBef>
        <a:spcAft>
          <a:spcPct val="0"/>
        </a:spcAft>
        <a:defRPr kumimoji="1" sz="4000">
          <a:solidFill>
            <a:schemeClr val="tx2"/>
          </a:solidFill>
          <a:latin typeface="Arial Black" pitchFamily="34" charset="0"/>
        </a:defRPr>
      </a:lvl8pPr>
      <a:lvl9pPr marL="1828800" algn="l" rtl="0" eaLnBrk="0" fontAlgn="base" hangingPunct="0">
        <a:spcBef>
          <a:spcPct val="0"/>
        </a:spcBef>
        <a:spcAft>
          <a:spcPct val="0"/>
        </a:spcAft>
        <a:defRPr kumimoji="1" sz="4000">
          <a:solidFill>
            <a:schemeClr val="tx2"/>
          </a:solidFill>
          <a:latin typeface="Arial Black" pitchFamily="34" charset="0"/>
        </a:defRPr>
      </a:lvl9pPr>
    </p:titleStyle>
    <p:bodyStyle>
      <a:lvl1pPr marL="342900" indent="-342900" algn="l" rtl="0" eaLnBrk="0" fontAlgn="base" hangingPunct="0">
        <a:spcBef>
          <a:spcPct val="20000"/>
        </a:spcBef>
        <a:spcAft>
          <a:spcPct val="0"/>
        </a:spcAft>
        <a:buClr>
          <a:schemeClr val="accent2"/>
        </a:buClr>
        <a:buFont typeface="Monotype Sorts" pitchFamily="2" charset="2"/>
        <a:buChar char="z"/>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Font typeface="Monotype Sorts" pitchFamily="2" charset="2"/>
        <a:buChar char="y"/>
        <a:defRPr kumimoji="1" sz="2800">
          <a:solidFill>
            <a:schemeClr val="tx1"/>
          </a:solidFill>
          <a:latin typeface="+mn-lt"/>
        </a:defRPr>
      </a:lvl2pPr>
      <a:lvl3pPr marL="1143000" indent="-228600" algn="l" rtl="0" eaLnBrk="0" fontAlgn="base" hangingPunct="0">
        <a:spcBef>
          <a:spcPct val="20000"/>
        </a:spcBef>
        <a:spcAft>
          <a:spcPct val="0"/>
        </a:spcAft>
        <a:buClr>
          <a:schemeClr val="accent2"/>
        </a:buClr>
        <a:buFont typeface="Monotype Sorts" pitchFamily="2" charset="2"/>
        <a:buChar char="x"/>
        <a:defRPr kumimoji="1"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kumimoji="1"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kumimoji="1" sz="2000">
          <a:solidFill>
            <a:schemeClr val="tx1"/>
          </a:solidFill>
          <a:latin typeface="+mn-lt"/>
        </a:defRPr>
      </a:lvl5pPr>
      <a:lvl6pPr marL="2514600" indent="-228600" algn="l" rtl="0" eaLnBrk="0" fontAlgn="base" hangingPunct="0">
        <a:spcBef>
          <a:spcPct val="20000"/>
        </a:spcBef>
        <a:spcAft>
          <a:spcPct val="0"/>
        </a:spcAft>
        <a:buClr>
          <a:schemeClr val="accent2"/>
        </a:buClr>
        <a:buChar char="–"/>
        <a:defRPr kumimoji="1" sz="2000">
          <a:solidFill>
            <a:schemeClr val="tx1"/>
          </a:solidFill>
          <a:latin typeface="+mn-lt"/>
        </a:defRPr>
      </a:lvl6pPr>
      <a:lvl7pPr marL="2971800" indent="-228600" algn="l" rtl="0" eaLnBrk="0" fontAlgn="base" hangingPunct="0">
        <a:spcBef>
          <a:spcPct val="20000"/>
        </a:spcBef>
        <a:spcAft>
          <a:spcPct val="0"/>
        </a:spcAft>
        <a:buClr>
          <a:schemeClr val="accent2"/>
        </a:buClr>
        <a:buChar char="–"/>
        <a:defRPr kumimoji="1" sz="2000">
          <a:solidFill>
            <a:schemeClr val="tx1"/>
          </a:solidFill>
          <a:latin typeface="+mn-lt"/>
        </a:defRPr>
      </a:lvl7pPr>
      <a:lvl8pPr marL="3429000" indent="-228600" algn="l" rtl="0" eaLnBrk="0" fontAlgn="base" hangingPunct="0">
        <a:spcBef>
          <a:spcPct val="20000"/>
        </a:spcBef>
        <a:spcAft>
          <a:spcPct val="0"/>
        </a:spcAft>
        <a:buClr>
          <a:schemeClr val="accent2"/>
        </a:buClr>
        <a:buChar char="–"/>
        <a:defRPr kumimoji="1" sz="2000">
          <a:solidFill>
            <a:schemeClr val="tx1"/>
          </a:solidFill>
          <a:latin typeface="+mn-lt"/>
        </a:defRPr>
      </a:lvl8pPr>
      <a:lvl9pPr marL="3886200" indent="-228600" algn="l" rtl="0" eaLnBrk="0" fontAlgn="base" hangingPunct="0">
        <a:spcBef>
          <a:spcPct val="20000"/>
        </a:spcBef>
        <a:spcAft>
          <a:spcPct val="0"/>
        </a:spcAft>
        <a:buClr>
          <a:schemeClr val="accent2"/>
        </a:buClr>
        <a:buChar char="–"/>
        <a:defRPr kumimoji="1"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www.bloodshed.net/dev/devcpp.html"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9" Type="http://schemas.openxmlformats.org/officeDocument/2006/relationships/customXml" Target="../ink/ink5.xml"/><Relationship Id="rId3" Type="http://schemas.openxmlformats.org/officeDocument/2006/relationships/customXml" Target="../ink/ink1.xml"/><Relationship Id="rId34" Type="http://schemas.openxmlformats.org/officeDocument/2006/relationships/image" Target="../media/image192.emf"/><Relationship Id="rId42" Type="http://schemas.openxmlformats.org/officeDocument/2006/relationships/image" Target="../media/image196.emf"/><Relationship Id="rId33" Type="http://schemas.openxmlformats.org/officeDocument/2006/relationships/customXml" Target="../ink/ink2.xml"/><Relationship Id="rId38" Type="http://schemas.openxmlformats.org/officeDocument/2006/relationships/image" Target="../media/image194.emf"/><Relationship Id="rId2" Type="http://schemas.openxmlformats.org/officeDocument/2006/relationships/image" Target="../media/image10.png"/><Relationship Id="rId41" Type="http://schemas.openxmlformats.org/officeDocument/2006/relationships/customXml" Target="../ink/ink6.xml"/><Relationship Id="rId1" Type="http://schemas.openxmlformats.org/officeDocument/2006/relationships/slideLayout" Target="../slideLayouts/slideLayout46.xml"/><Relationship Id="rId32" Type="http://schemas.openxmlformats.org/officeDocument/2006/relationships/image" Target="../media/image191.emf"/><Relationship Id="rId37" Type="http://schemas.openxmlformats.org/officeDocument/2006/relationships/customXml" Target="../ink/ink4.xml"/><Relationship Id="rId40" Type="http://schemas.openxmlformats.org/officeDocument/2006/relationships/image" Target="../media/image195.emf"/><Relationship Id="rId36" Type="http://schemas.openxmlformats.org/officeDocument/2006/relationships/image" Target="../media/image193.emf"/><Relationship Id="rId35" Type="http://schemas.openxmlformats.org/officeDocument/2006/relationships/customXml" Target="../ink/ink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jpeg"/><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6.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jpeg"/><Relationship Id="rId1" Type="http://schemas.openxmlformats.org/officeDocument/2006/relationships/slideLayout" Target="../slideLayouts/slideLayout46.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6.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4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notesSlide" Target="../notesSlides/notesSlide20.xml"/><Relationship Id="rId7" Type="http://schemas.openxmlformats.org/officeDocument/2006/relationships/image" Target="../media/image26.wmf"/><Relationship Id="rId2" Type="http://schemas.openxmlformats.org/officeDocument/2006/relationships/slideLayout" Target="../slideLayouts/slideLayout6.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25.wmf"/><Relationship Id="rId4" Type="http://schemas.openxmlformats.org/officeDocument/2006/relationships/oleObject" Target="../embeddings/oleObject1.bin"/><Relationship Id="rId9" Type="http://schemas.openxmlformats.org/officeDocument/2006/relationships/image" Target="../media/image27.wmf"/></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2.xml"/><Relationship Id="rId1" Type="http://schemas.openxmlformats.org/officeDocument/2006/relationships/slideLayout" Target="../slideLayouts/slideLayout6.xml"/><Relationship Id="rId6" Type="http://schemas.openxmlformats.org/officeDocument/2006/relationships/image" Target="../media/image31.png"/><Relationship Id="rId5" Type="http://schemas.openxmlformats.org/officeDocument/2006/relationships/image" Target="../media/image30.jpeg"/><Relationship Id="rId4" Type="http://schemas.openxmlformats.org/officeDocument/2006/relationships/image" Target="../media/image29.jpe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hyperlink" Target="http://www.stroustrup.com/applications.html" TargetMode="Externa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731520" y="685800"/>
            <a:ext cx="10783147" cy="1143000"/>
          </a:xfrm>
        </p:spPr>
        <p:txBody>
          <a:bodyPr/>
          <a:lstStyle/>
          <a:p>
            <a:r>
              <a:rPr lang="en-US" dirty="0"/>
              <a:t>Object Oriented Programming</a:t>
            </a:r>
            <a:br>
              <a:rPr lang="en-US" dirty="0"/>
            </a:br>
            <a:endParaRPr lang="en-US" dirty="0"/>
          </a:p>
        </p:txBody>
      </p:sp>
      <p:sp>
        <p:nvSpPr>
          <p:cNvPr id="6" name="Subtitle 5"/>
          <p:cNvSpPr>
            <a:spLocks noGrp="1"/>
          </p:cNvSpPr>
          <p:nvPr>
            <p:ph type="subTitle" idx="1"/>
          </p:nvPr>
        </p:nvSpPr>
        <p:spPr>
          <a:xfrm>
            <a:off x="2099733" y="2423160"/>
            <a:ext cx="8534400" cy="1771650"/>
          </a:xfrm>
        </p:spPr>
        <p:txBody>
          <a:bodyPr/>
          <a:lstStyle/>
          <a:p>
            <a:endParaRPr lang="en-US" dirty="0"/>
          </a:p>
          <a:p>
            <a:endParaRPr lang="en-US" dirty="0"/>
          </a:p>
          <a:p>
            <a:r>
              <a:rPr lang="en-US" dirty="0"/>
              <a:t>Subject Code: MCA 4121</a:t>
            </a:r>
          </a:p>
        </p:txBody>
      </p:sp>
    </p:spTree>
    <p:extLst>
      <p:ext uri="{BB962C8B-B14F-4D97-AF65-F5344CB8AC3E}">
        <p14:creationId xmlns:p14="http://schemas.microsoft.com/office/powerpoint/2010/main" val="1632271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52971"/>
            <a:ext cx="10515600" cy="945451"/>
          </a:xfrm>
        </p:spPr>
        <p:txBody>
          <a:bodyPr anchor="ctr">
            <a:normAutofit/>
          </a:bodyPr>
          <a:lstStyle/>
          <a:p>
            <a:r>
              <a:rPr lang="en-US" sz="2800" b="1" u="sng" dirty="0"/>
              <a:t>Course  Outcomes:</a:t>
            </a:r>
          </a:p>
        </p:txBody>
      </p:sp>
      <p:sp>
        <p:nvSpPr>
          <p:cNvPr id="3" name="Content Placeholder 2"/>
          <p:cNvSpPr>
            <a:spLocks noGrp="1"/>
          </p:cNvSpPr>
          <p:nvPr>
            <p:ph idx="1"/>
          </p:nvPr>
        </p:nvSpPr>
        <p:spPr>
          <a:xfrm>
            <a:off x="0" y="429449"/>
            <a:ext cx="12024360" cy="6292025"/>
          </a:xfrm>
        </p:spPr>
        <p:txBody>
          <a:bodyPr>
            <a:noAutofit/>
          </a:bodyPr>
          <a:lstStyle/>
          <a:p>
            <a:pPr marL="0" indent="0">
              <a:lnSpc>
                <a:spcPct val="150000"/>
              </a:lnSpc>
              <a:buNone/>
            </a:pPr>
            <a:r>
              <a:rPr lang="en-US" sz="2200" dirty="0">
                <a:latin typeface="Calibri" panose="020F0502020204030204" pitchFamily="34" charset="0"/>
                <a:cs typeface="Calibri" panose="020F0502020204030204" pitchFamily="34" charset="0"/>
              </a:rPr>
              <a:t>At the end of the program the student must be able to:</a:t>
            </a:r>
            <a:endParaRPr lang="en-IN" sz="2200" dirty="0">
              <a:latin typeface="Calibri" panose="020F0502020204030204" pitchFamily="34" charset="0"/>
              <a:cs typeface="Calibri" panose="020F0502020204030204" pitchFamily="34" charset="0"/>
            </a:endParaRPr>
          </a:p>
          <a:p>
            <a:pPr lvl="0" algn="just">
              <a:lnSpc>
                <a:spcPct val="150000"/>
              </a:lnSpc>
              <a:buFont typeface="Wingdings" panose="05000000000000000000" pitchFamily="2" charset="2"/>
              <a:buChar char="v"/>
            </a:pPr>
            <a:r>
              <a:rPr lang="en-US" sz="2200" dirty="0">
                <a:latin typeface="Calibri" panose="020F0502020204030204" pitchFamily="34" charset="0"/>
                <a:cs typeface="Calibri" panose="020F0502020204030204" pitchFamily="34" charset="0"/>
              </a:rPr>
              <a:t>Describe and differentiate the procedural and object oriented paradigm with concepts of data types, streams, classes, functions, data and objects. Understand and implement the OOP idea of data hiding, abstraction, encapsulation and polymorphism, reference arguments, static members,  pointers.</a:t>
            </a:r>
          </a:p>
          <a:p>
            <a:pPr lvl="0" algn="just">
              <a:lnSpc>
                <a:spcPct val="150000"/>
              </a:lnSpc>
              <a:buFont typeface="Wingdings" panose="05000000000000000000" pitchFamily="2" charset="2"/>
              <a:buChar char="v"/>
            </a:pPr>
            <a:r>
              <a:rPr lang="en-US" sz="2200" dirty="0">
                <a:latin typeface="Calibri" panose="020F0502020204030204" pitchFamily="34" charset="0"/>
                <a:cs typeface="Calibri" panose="020F0502020204030204" pitchFamily="34" charset="0"/>
              </a:rPr>
              <a:t>Identifying and utilizing the concepts of constructors, destructors, function overloading, operator overloading and dynamic memory management operators.</a:t>
            </a:r>
            <a:endParaRPr lang="en-IN" sz="2200" dirty="0">
              <a:latin typeface="Calibri" panose="020F0502020204030204" pitchFamily="34" charset="0"/>
              <a:cs typeface="Calibri" panose="020F0502020204030204" pitchFamily="34" charset="0"/>
            </a:endParaRPr>
          </a:p>
          <a:p>
            <a:pPr lvl="0">
              <a:lnSpc>
                <a:spcPct val="150000"/>
              </a:lnSpc>
              <a:buFont typeface="Wingdings" panose="05000000000000000000" pitchFamily="2" charset="2"/>
              <a:buChar char="v"/>
            </a:pPr>
            <a:r>
              <a:rPr lang="en-US" sz="2200" dirty="0">
                <a:latin typeface="Calibri" panose="020F0502020204030204" pitchFamily="34" charset="0"/>
                <a:cs typeface="Calibri" panose="020F0502020204030204" pitchFamily="34" charset="0"/>
              </a:rPr>
              <a:t>Classify inheritance with the understanding of early and late binding, usage of virtual base classes, virtual functions.</a:t>
            </a:r>
          </a:p>
          <a:p>
            <a:pPr lvl="0">
              <a:lnSpc>
                <a:spcPct val="150000"/>
              </a:lnSpc>
              <a:buFont typeface="Wingdings" panose="05000000000000000000" pitchFamily="2" charset="2"/>
              <a:buChar char="v"/>
            </a:pPr>
            <a:r>
              <a:rPr lang="en-US" sz="2200" dirty="0">
                <a:latin typeface="Calibri" panose="020F0502020204030204" pitchFamily="34" charset="0"/>
                <a:cs typeface="Calibri" panose="020F0502020204030204" pitchFamily="34" charset="0"/>
              </a:rPr>
              <a:t>Explain and use the concept of files, exception handling, generic programming.</a:t>
            </a:r>
          </a:p>
          <a:p>
            <a:pPr lvl="0">
              <a:lnSpc>
                <a:spcPct val="150000"/>
              </a:lnSpc>
              <a:buFont typeface="Wingdings" panose="05000000000000000000" pitchFamily="2" charset="2"/>
              <a:buChar char="v"/>
            </a:pPr>
            <a:r>
              <a:rPr lang="en-US" sz="2200" dirty="0">
                <a:latin typeface="Calibri" panose="020F0502020204030204" pitchFamily="34" charset="0"/>
                <a:cs typeface="Calibri" panose="020F0502020204030204" pitchFamily="34" charset="0"/>
              </a:rPr>
              <a:t>To demonstrate usage of three entities of STL: containers, algorithms and iterators.</a:t>
            </a:r>
            <a:endParaRPr lang="en-IN" sz="2200" dirty="0">
              <a:latin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12"/>
          </p:nvPr>
        </p:nvSpPr>
        <p:spPr/>
        <p:txBody>
          <a:bodyPr/>
          <a:lstStyle/>
          <a:p>
            <a:fld id="{A59F4940-A748-44FD-9A02-FF7C9BA3B313}" type="slidenum">
              <a:rPr lang="en-US" smtClean="0"/>
              <a:pPr/>
              <a:t>2</a:t>
            </a:fld>
            <a:endParaRPr lang="en-US"/>
          </a:p>
        </p:txBody>
      </p:sp>
    </p:spTree>
    <p:extLst>
      <p:ext uri="{BB962C8B-B14F-4D97-AF65-F5344CB8AC3E}">
        <p14:creationId xmlns:p14="http://schemas.microsoft.com/office/powerpoint/2010/main" val="30025138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216989" y="1059180"/>
            <a:ext cx="11393714" cy="5179786"/>
          </a:xfrm>
        </p:spPr>
        <p:txBody>
          <a:bodyPr>
            <a:normAutofit/>
          </a:bodyPr>
          <a:lstStyle/>
          <a:p>
            <a:pPr marL="0" indent="0">
              <a:buNone/>
            </a:pPr>
            <a:r>
              <a:rPr lang="en-US" sz="2400" b="1" dirty="0">
                <a:solidFill>
                  <a:srgbClr val="FF0000"/>
                </a:solidFill>
              </a:rPr>
              <a:t>Text Books:</a:t>
            </a:r>
          </a:p>
          <a:p>
            <a:pPr marL="914400" lvl="1" indent="-514350">
              <a:buFont typeface="+mj-lt"/>
              <a:buAutoNum type="arabicPeriod"/>
            </a:pPr>
            <a:r>
              <a:rPr lang="en-IN" sz="2600" dirty="0"/>
              <a:t>Robert </a:t>
            </a:r>
            <a:r>
              <a:rPr lang="en-IN" sz="2600" dirty="0" err="1"/>
              <a:t>Lafore</a:t>
            </a:r>
            <a:r>
              <a:rPr lang="en-IN" sz="2600" dirty="0"/>
              <a:t>, “Object Oriented Programming in C++”, 4</a:t>
            </a:r>
            <a:r>
              <a:rPr lang="en-IN" sz="2600" baseline="30000" dirty="0"/>
              <a:t>th</a:t>
            </a:r>
            <a:r>
              <a:rPr lang="en-IN" sz="2600" dirty="0"/>
              <a:t> Edition, </a:t>
            </a:r>
            <a:r>
              <a:rPr lang="en-IN" sz="2600" dirty="0" err="1"/>
              <a:t>Galgotia</a:t>
            </a:r>
            <a:r>
              <a:rPr lang="en-IN" sz="2600" dirty="0"/>
              <a:t> </a:t>
            </a:r>
            <a:r>
              <a:rPr lang="en-US" sz="2600" dirty="0"/>
              <a:t>Publications Pvt.</a:t>
            </a:r>
          </a:p>
          <a:p>
            <a:pPr marL="400050" lvl="1" indent="0">
              <a:buNone/>
            </a:pPr>
            <a:endParaRPr lang="en-US" sz="2600" dirty="0"/>
          </a:p>
          <a:p>
            <a:pPr marL="0" indent="0">
              <a:buNone/>
            </a:pPr>
            <a:r>
              <a:rPr lang="en-US" sz="2400" b="1" dirty="0">
                <a:solidFill>
                  <a:srgbClr val="FF0000"/>
                </a:solidFill>
              </a:rPr>
              <a:t>Reference Books</a:t>
            </a:r>
            <a:r>
              <a:rPr lang="en-US" sz="2200" b="1" dirty="0">
                <a:solidFill>
                  <a:srgbClr val="FF0000"/>
                </a:solidFill>
              </a:rPr>
              <a:t>:</a:t>
            </a:r>
          </a:p>
          <a:p>
            <a:pPr marL="914400" lvl="1" indent="-514350">
              <a:buFont typeface="+mj-lt"/>
              <a:buAutoNum type="arabicPeriod"/>
            </a:pPr>
            <a:r>
              <a:rPr lang="en-GB" sz="2600" i="1" dirty="0" err="1"/>
              <a:t>Deitel</a:t>
            </a:r>
            <a:r>
              <a:rPr lang="en-GB" sz="2600" i="1" dirty="0"/>
              <a:t> &amp; </a:t>
            </a:r>
            <a:r>
              <a:rPr lang="en-GB" sz="2600" i="1" dirty="0" err="1"/>
              <a:t>Deitel</a:t>
            </a:r>
            <a:r>
              <a:rPr lang="en-GB" sz="2600" i="1" dirty="0"/>
              <a:t>, “</a:t>
            </a:r>
            <a:r>
              <a:rPr lang="en-GB" sz="2600" dirty="0"/>
              <a:t>C++ - How to program”, Prentice Hall.</a:t>
            </a:r>
            <a:endParaRPr lang="en-US" sz="2600" dirty="0"/>
          </a:p>
          <a:p>
            <a:pPr marL="914400" lvl="1" indent="-514350">
              <a:buFont typeface="+mj-lt"/>
              <a:buAutoNum type="arabicPeriod"/>
            </a:pPr>
            <a:r>
              <a:rPr lang="en-US" sz="2600" dirty="0"/>
              <a:t>K R </a:t>
            </a:r>
            <a:r>
              <a:rPr lang="en-US" sz="2600" dirty="0" err="1"/>
              <a:t>Venugopal</a:t>
            </a:r>
            <a:r>
              <a:rPr lang="en-US" sz="2600" dirty="0"/>
              <a:t>, </a:t>
            </a:r>
            <a:r>
              <a:rPr lang="en-US" sz="2600" dirty="0" err="1"/>
              <a:t>Rajkumar</a:t>
            </a:r>
            <a:r>
              <a:rPr lang="en-US" sz="2600" dirty="0"/>
              <a:t>, T </a:t>
            </a:r>
            <a:r>
              <a:rPr lang="en-US" sz="2600" dirty="0" err="1"/>
              <a:t>Ravishankar</a:t>
            </a:r>
            <a:r>
              <a:rPr lang="en-US" sz="2600" dirty="0"/>
              <a:t>, “Mastering C++”, Tata </a:t>
            </a:r>
            <a:r>
              <a:rPr lang="en-US" sz="2600" dirty="0" err="1"/>
              <a:t>McGrawHill</a:t>
            </a:r>
            <a:r>
              <a:rPr lang="en-US" sz="2600" dirty="0"/>
              <a:t>, 2005.</a:t>
            </a:r>
          </a:p>
          <a:p>
            <a:pPr marL="914400" lvl="1" indent="-514350">
              <a:buFont typeface="+mj-lt"/>
              <a:buAutoNum type="arabicPeriod"/>
            </a:pPr>
            <a:r>
              <a:rPr lang="en-US" sz="2600" dirty="0"/>
              <a:t>Herbert </a:t>
            </a:r>
            <a:r>
              <a:rPr lang="en-US" sz="2600" dirty="0" err="1"/>
              <a:t>Schildt</a:t>
            </a:r>
            <a:r>
              <a:rPr lang="en-US" sz="2600" dirty="0"/>
              <a:t>, “The Complete Reference- C++”, Tata McGraw Hill, 2000.</a:t>
            </a:r>
          </a:p>
          <a:p>
            <a:pPr marL="914400" lvl="1" indent="-514350">
              <a:buFont typeface="+mj-lt"/>
              <a:buAutoNum type="arabicPeriod"/>
            </a:pPr>
            <a:r>
              <a:rPr lang="en-US" sz="2600" dirty="0"/>
              <a:t>Stanley B </a:t>
            </a:r>
            <a:r>
              <a:rPr lang="en-US" sz="2600" dirty="0" err="1"/>
              <a:t>Lippman</a:t>
            </a:r>
            <a:r>
              <a:rPr lang="en-US" sz="2600" dirty="0"/>
              <a:t>, </a:t>
            </a:r>
            <a:r>
              <a:rPr lang="en-US" sz="2600" dirty="0" err="1"/>
              <a:t>Josee</a:t>
            </a:r>
            <a:r>
              <a:rPr lang="en-US" sz="2600" dirty="0"/>
              <a:t> </a:t>
            </a:r>
            <a:r>
              <a:rPr lang="en-US" sz="2600" dirty="0" err="1"/>
              <a:t>Lajoie</a:t>
            </a:r>
            <a:r>
              <a:rPr lang="en-US" sz="2600" dirty="0"/>
              <a:t> and Barbara E Moo “C++ Primer”, 5</a:t>
            </a:r>
            <a:r>
              <a:rPr lang="en-US" sz="2600" baseline="30000" dirty="0"/>
              <a:t>th</a:t>
            </a:r>
            <a:r>
              <a:rPr lang="en-US" sz="2600" dirty="0"/>
              <a:t> Edition, 2012.</a:t>
            </a:r>
          </a:p>
          <a:p>
            <a:pPr marL="914400" lvl="1" indent="-514350">
              <a:buFont typeface="+mj-lt"/>
              <a:buAutoNum type="arabicPeriod"/>
            </a:pPr>
            <a:endParaRPr lang="en-GB" sz="2600" i="1" dirty="0"/>
          </a:p>
          <a:p>
            <a:pPr marL="914400" lvl="1" indent="-514350">
              <a:buFont typeface="+mj-lt"/>
              <a:buAutoNum type="arabicPeriod"/>
            </a:pPr>
            <a:endParaRPr lang="en-US" sz="2200" dirty="0"/>
          </a:p>
          <a:p>
            <a:endParaRPr lang="en-US" dirty="0"/>
          </a:p>
        </p:txBody>
      </p:sp>
      <p:sp>
        <p:nvSpPr>
          <p:cNvPr id="2" name="Slide Number Placeholder 1"/>
          <p:cNvSpPr>
            <a:spLocks noGrp="1"/>
          </p:cNvSpPr>
          <p:nvPr>
            <p:ph type="sldNum" sz="quarter" idx="12"/>
          </p:nvPr>
        </p:nvSpPr>
        <p:spPr/>
        <p:txBody>
          <a:bodyPr/>
          <a:lstStyle/>
          <a:p>
            <a:fld id="{A59F4940-A748-44FD-9A02-FF7C9BA3B313}" type="slidenum">
              <a:rPr lang="en-US" smtClean="0"/>
              <a:pPr/>
              <a:t>3</a:t>
            </a:fld>
            <a:endParaRPr lang="en-US"/>
          </a:p>
        </p:txBody>
      </p:sp>
    </p:spTree>
    <p:extLst>
      <p:ext uri="{BB962C8B-B14F-4D97-AF65-F5344CB8AC3E}">
        <p14:creationId xmlns:p14="http://schemas.microsoft.com/office/powerpoint/2010/main" val="34918497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2"/>
          <p:cNvSpPr>
            <a:spLocks noGrp="1" noChangeArrowheads="1"/>
          </p:cNvSpPr>
          <p:nvPr>
            <p:ph type="title"/>
          </p:nvPr>
        </p:nvSpPr>
        <p:spPr/>
        <p:txBody>
          <a:bodyPr/>
          <a:lstStyle/>
          <a:p>
            <a:r>
              <a:rPr lang="en-GB"/>
              <a:t>Websites</a:t>
            </a:r>
          </a:p>
        </p:txBody>
      </p:sp>
      <p:sp>
        <p:nvSpPr>
          <p:cNvPr id="33796" name="Rectangle 3"/>
          <p:cNvSpPr>
            <a:spLocks noGrp="1" noChangeArrowheads="1"/>
          </p:cNvSpPr>
          <p:nvPr>
            <p:ph idx="1"/>
          </p:nvPr>
        </p:nvSpPr>
        <p:spPr>
          <a:xfrm>
            <a:off x="776614" y="2064075"/>
            <a:ext cx="11248372" cy="3676650"/>
          </a:xfrm>
        </p:spPr>
        <p:txBody>
          <a:bodyPr/>
          <a:lstStyle/>
          <a:p>
            <a:r>
              <a:rPr lang="en-GB" dirty="0"/>
              <a:t>A C++ online tutorial:</a:t>
            </a:r>
            <a:br>
              <a:rPr lang="en-GB" dirty="0"/>
            </a:br>
            <a:r>
              <a:rPr lang="en-GB" dirty="0"/>
              <a:t>http://www.cplusplus.com/doc/tutorial/</a:t>
            </a:r>
          </a:p>
          <a:p>
            <a:r>
              <a:rPr lang="en-GB" dirty="0"/>
              <a:t>The C++ FAQ:</a:t>
            </a:r>
            <a:br>
              <a:rPr lang="en-GB" dirty="0"/>
            </a:br>
            <a:r>
              <a:rPr lang="en-GB" dirty="0"/>
              <a:t>http://www.parashift.com/c++-faq-lite</a:t>
            </a:r>
          </a:p>
          <a:p>
            <a:r>
              <a:rPr lang="en-GB" dirty="0"/>
              <a:t>The homepage of Bjarne </a:t>
            </a:r>
            <a:r>
              <a:rPr lang="en-GB" dirty="0" err="1"/>
              <a:t>Stroustrup</a:t>
            </a:r>
            <a:r>
              <a:rPr lang="en-GB" dirty="0"/>
              <a:t>, the inventor of C++:</a:t>
            </a:r>
            <a:br>
              <a:rPr lang="en-GB" dirty="0"/>
            </a:br>
            <a:r>
              <a:rPr lang="en-GB" dirty="0"/>
              <a:t>https://www.stroustrup.com/C++.html</a:t>
            </a:r>
          </a:p>
        </p:txBody>
      </p:sp>
      <p:sp>
        <p:nvSpPr>
          <p:cNvPr id="33794" name="Slide Number Placeholder 5"/>
          <p:cNvSpPr>
            <a:spLocks noGrp="1"/>
          </p:cNvSpPr>
          <p:nvPr>
            <p:ph type="sldNum" sz="quarter" idx="12"/>
          </p:nvPr>
        </p:nvSpPr>
        <p:spPr>
          <a:noFill/>
        </p:spPr>
        <p:txBody>
          <a:bodyPr/>
          <a:lstStyle>
            <a:lvl1pPr>
              <a:defRPr sz="3200">
                <a:solidFill>
                  <a:schemeClr val="tx1"/>
                </a:solidFill>
                <a:latin typeface="Tahoma" pitchFamily="34" charset="0"/>
              </a:defRPr>
            </a:lvl1pPr>
            <a:lvl2pPr marL="742950" indent="-285750">
              <a:defRPr sz="3200">
                <a:solidFill>
                  <a:schemeClr val="tx1"/>
                </a:solidFill>
                <a:latin typeface="Tahoma" pitchFamily="34" charset="0"/>
              </a:defRPr>
            </a:lvl2pPr>
            <a:lvl3pPr marL="1143000" indent="-228600">
              <a:defRPr sz="3200">
                <a:solidFill>
                  <a:schemeClr val="tx1"/>
                </a:solidFill>
                <a:latin typeface="Tahoma" pitchFamily="34" charset="0"/>
              </a:defRPr>
            </a:lvl3pPr>
            <a:lvl4pPr marL="1600200" indent="-228600">
              <a:defRPr sz="3200">
                <a:solidFill>
                  <a:schemeClr val="tx1"/>
                </a:solidFill>
                <a:latin typeface="Tahoma" pitchFamily="34" charset="0"/>
              </a:defRPr>
            </a:lvl4pPr>
            <a:lvl5pPr marL="2057400" indent="-228600">
              <a:defRPr sz="3200">
                <a:solidFill>
                  <a:schemeClr val="tx1"/>
                </a:solidFill>
                <a:latin typeface="Tahoma" pitchFamily="34" charset="0"/>
              </a:defRPr>
            </a:lvl5pPr>
            <a:lvl6pPr marL="2514600" indent="-228600" eaLnBrk="0" fontAlgn="base" hangingPunct="0">
              <a:spcBef>
                <a:spcPct val="0"/>
              </a:spcBef>
              <a:spcAft>
                <a:spcPct val="0"/>
              </a:spcAft>
              <a:defRPr sz="3200">
                <a:solidFill>
                  <a:schemeClr val="tx1"/>
                </a:solidFill>
                <a:latin typeface="Tahoma" pitchFamily="34" charset="0"/>
              </a:defRPr>
            </a:lvl6pPr>
            <a:lvl7pPr marL="2971800" indent="-228600" eaLnBrk="0" fontAlgn="base" hangingPunct="0">
              <a:spcBef>
                <a:spcPct val="0"/>
              </a:spcBef>
              <a:spcAft>
                <a:spcPct val="0"/>
              </a:spcAft>
              <a:defRPr sz="3200">
                <a:solidFill>
                  <a:schemeClr val="tx1"/>
                </a:solidFill>
                <a:latin typeface="Tahoma" pitchFamily="34" charset="0"/>
              </a:defRPr>
            </a:lvl7pPr>
            <a:lvl8pPr marL="3429000" indent="-228600" eaLnBrk="0" fontAlgn="base" hangingPunct="0">
              <a:spcBef>
                <a:spcPct val="0"/>
              </a:spcBef>
              <a:spcAft>
                <a:spcPct val="0"/>
              </a:spcAft>
              <a:defRPr sz="3200">
                <a:solidFill>
                  <a:schemeClr val="tx1"/>
                </a:solidFill>
                <a:latin typeface="Tahoma" pitchFamily="34" charset="0"/>
              </a:defRPr>
            </a:lvl8pPr>
            <a:lvl9pPr marL="3886200" indent="-228600" eaLnBrk="0" fontAlgn="base" hangingPunct="0">
              <a:spcBef>
                <a:spcPct val="0"/>
              </a:spcBef>
              <a:spcAft>
                <a:spcPct val="0"/>
              </a:spcAft>
              <a:defRPr sz="3200">
                <a:solidFill>
                  <a:schemeClr val="tx1"/>
                </a:solidFill>
                <a:latin typeface="Tahoma" pitchFamily="34" charset="0"/>
              </a:defRPr>
            </a:lvl9pPr>
          </a:lstStyle>
          <a:p>
            <a:fld id="{C3BCEEDA-1108-4CD4-9DBB-F60A470573F4}" type="slidenum">
              <a:rPr lang="en-US" sz="1400">
                <a:solidFill>
                  <a:srgbClr val="5E574E"/>
                </a:solidFill>
                <a:latin typeface="Arial" charset="0"/>
              </a:rPr>
              <a:pPr/>
              <a:t>4</a:t>
            </a:fld>
            <a:endParaRPr lang="en-US" sz="1400">
              <a:solidFill>
                <a:srgbClr val="5E574E"/>
              </a:solidFill>
              <a:latin typeface="Arial" charset="0"/>
            </a:endParaRPr>
          </a:p>
        </p:txBody>
      </p:sp>
      <p:sp>
        <p:nvSpPr>
          <p:cNvPr id="33797" name="Text Box 4"/>
          <p:cNvSpPr txBox="1">
            <a:spLocks noChangeArrowheads="1"/>
          </p:cNvSpPr>
          <p:nvPr/>
        </p:nvSpPr>
        <p:spPr bwMode="auto">
          <a:xfrm rot="-657190">
            <a:off x="5938164" y="5429575"/>
            <a:ext cx="4421188" cy="588962"/>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3200">
                <a:solidFill>
                  <a:schemeClr val="tx1"/>
                </a:solidFill>
                <a:latin typeface="Tahoma" pitchFamily="34" charset="0"/>
              </a:defRPr>
            </a:lvl1pPr>
            <a:lvl2pPr marL="742950" indent="-285750">
              <a:defRPr sz="3200">
                <a:solidFill>
                  <a:schemeClr val="tx1"/>
                </a:solidFill>
                <a:latin typeface="Tahoma" pitchFamily="34" charset="0"/>
              </a:defRPr>
            </a:lvl2pPr>
            <a:lvl3pPr marL="1143000" indent="-228600">
              <a:defRPr sz="3200">
                <a:solidFill>
                  <a:schemeClr val="tx1"/>
                </a:solidFill>
                <a:latin typeface="Tahoma" pitchFamily="34" charset="0"/>
              </a:defRPr>
            </a:lvl3pPr>
            <a:lvl4pPr marL="1600200" indent="-228600">
              <a:defRPr sz="3200">
                <a:solidFill>
                  <a:schemeClr val="tx1"/>
                </a:solidFill>
                <a:latin typeface="Tahoma" pitchFamily="34" charset="0"/>
              </a:defRPr>
            </a:lvl4pPr>
            <a:lvl5pPr marL="2057400" indent="-228600">
              <a:defRPr sz="3200">
                <a:solidFill>
                  <a:schemeClr val="tx1"/>
                </a:solidFill>
                <a:latin typeface="Tahoma" pitchFamily="34" charset="0"/>
              </a:defRPr>
            </a:lvl5pPr>
            <a:lvl6pPr marL="2514600" indent="-228600" eaLnBrk="0" fontAlgn="base" hangingPunct="0">
              <a:spcBef>
                <a:spcPct val="0"/>
              </a:spcBef>
              <a:spcAft>
                <a:spcPct val="0"/>
              </a:spcAft>
              <a:defRPr sz="3200">
                <a:solidFill>
                  <a:schemeClr val="tx1"/>
                </a:solidFill>
                <a:latin typeface="Tahoma" pitchFamily="34" charset="0"/>
              </a:defRPr>
            </a:lvl6pPr>
            <a:lvl7pPr marL="2971800" indent="-228600" eaLnBrk="0" fontAlgn="base" hangingPunct="0">
              <a:spcBef>
                <a:spcPct val="0"/>
              </a:spcBef>
              <a:spcAft>
                <a:spcPct val="0"/>
              </a:spcAft>
              <a:defRPr sz="3200">
                <a:solidFill>
                  <a:schemeClr val="tx1"/>
                </a:solidFill>
                <a:latin typeface="Tahoma" pitchFamily="34" charset="0"/>
              </a:defRPr>
            </a:lvl7pPr>
            <a:lvl8pPr marL="3429000" indent="-228600" eaLnBrk="0" fontAlgn="base" hangingPunct="0">
              <a:spcBef>
                <a:spcPct val="0"/>
              </a:spcBef>
              <a:spcAft>
                <a:spcPct val="0"/>
              </a:spcAft>
              <a:defRPr sz="3200">
                <a:solidFill>
                  <a:schemeClr val="tx1"/>
                </a:solidFill>
                <a:latin typeface="Tahoma" pitchFamily="34" charset="0"/>
              </a:defRPr>
            </a:lvl8pPr>
            <a:lvl9pPr marL="3886200" indent="-228600" eaLnBrk="0" fontAlgn="base" hangingPunct="0">
              <a:spcBef>
                <a:spcPct val="0"/>
              </a:spcBef>
              <a:spcAft>
                <a:spcPct val="0"/>
              </a:spcAft>
              <a:defRPr sz="3200">
                <a:solidFill>
                  <a:schemeClr val="tx1"/>
                </a:solidFill>
                <a:latin typeface="Tahoma" pitchFamily="34" charset="0"/>
              </a:defRPr>
            </a:lvl9pPr>
          </a:lstStyle>
          <a:p>
            <a:pPr eaLnBrk="0" fontAlgn="base" hangingPunct="0">
              <a:spcBef>
                <a:spcPct val="0"/>
              </a:spcBef>
              <a:spcAft>
                <a:spcPct val="0"/>
              </a:spcAft>
            </a:pPr>
            <a:r>
              <a:rPr lang="en-GB" dirty="0">
                <a:solidFill>
                  <a:srgbClr val="000000"/>
                </a:solidFill>
              </a:rPr>
              <a:t>And many, many more!</a:t>
            </a:r>
          </a:p>
        </p:txBody>
      </p:sp>
    </p:spTree>
    <p:extLst>
      <p:ext uri="{BB962C8B-B14F-4D97-AF65-F5344CB8AC3E}">
        <p14:creationId xmlns:p14="http://schemas.microsoft.com/office/powerpoint/2010/main" val="3559172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79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a:xfrm>
            <a:off x="449943" y="365125"/>
            <a:ext cx="10903857" cy="1325563"/>
          </a:xfrm>
        </p:spPr>
        <p:txBody>
          <a:bodyPr anchor="ctr"/>
          <a:lstStyle/>
          <a:p>
            <a:pPr algn="l"/>
            <a:r>
              <a:rPr lang="en-US" sz="4000" b="1" dirty="0"/>
              <a:t>Mode of Evaluation – Theory </a:t>
            </a:r>
          </a:p>
        </p:txBody>
      </p:sp>
      <p:sp>
        <p:nvSpPr>
          <p:cNvPr id="6148" name="Rectangle 3"/>
          <p:cNvSpPr>
            <a:spLocks noGrp="1" noChangeArrowheads="1"/>
          </p:cNvSpPr>
          <p:nvPr>
            <p:ph idx="1"/>
          </p:nvPr>
        </p:nvSpPr>
        <p:spPr>
          <a:xfrm>
            <a:off x="449943" y="1600201"/>
            <a:ext cx="11030857" cy="4989285"/>
          </a:xfrm>
        </p:spPr>
        <p:txBody>
          <a:bodyPr/>
          <a:lstStyle/>
          <a:p>
            <a:pPr>
              <a:lnSpc>
                <a:spcPct val="150000"/>
              </a:lnSpc>
              <a:buFont typeface="Wingdings" panose="05000000000000000000" pitchFamily="2" charset="2"/>
              <a:buChar char="Ø"/>
            </a:pPr>
            <a:r>
              <a:rPr lang="en-US" sz="2400" b="1" dirty="0"/>
              <a:t>Internal Assessment</a:t>
            </a:r>
          </a:p>
          <a:p>
            <a:pPr lvl="1">
              <a:lnSpc>
                <a:spcPct val="150000"/>
              </a:lnSpc>
              <a:buFont typeface="Wingdings" panose="05000000000000000000" pitchFamily="2" charset="2"/>
              <a:buChar char="ü"/>
            </a:pPr>
            <a:r>
              <a:rPr lang="en-US" sz="2000" dirty="0"/>
              <a:t>Mid-semester exam two hour duration   30 marks</a:t>
            </a:r>
          </a:p>
          <a:p>
            <a:pPr lvl="1">
              <a:lnSpc>
                <a:spcPct val="150000"/>
              </a:lnSpc>
              <a:buFont typeface="Wingdings" panose="05000000000000000000" pitchFamily="2" charset="2"/>
              <a:buChar char="ü"/>
            </a:pPr>
            <a:r>
              <a:rPr lang="en-IN" sz="2000" dirty="0"/>
              <a:t>Sum of scores </a:t>
            </a:r>
            <a:r>
              <a:rPr lang="en-US" sz="2000" dirty="0"/>
              <a:t>from </a:t>
            </a:r>
            <a:r>
              <a:rPr lang="en-US" sz="2000" dirty="0">
                <a:solidFill>
                  <a:srgbClr val="0070C0"/>
                </a:solidFill>
              </a:rPr>
              <a:t>4</a:t>
            </a:r>
            <a:r>
              <a:rPr lang="en-US" sz="2000" dirty="0"/>
              <a:t> assignments(4*5) = 20 marks</a:t>
            </a:r>
          </a:p>
          <a:p>
            <a:pPr lvl="1">
              <a:lnSpc>
                <a:spcPct val="150000"/>
              </a:lnSpc>
              <a:buFont typeface="Wingdings" panose="05000000000000000000" pitchFamily="2" charset="2"/>
              <a:buChar char="ü"/>
            </a:pPr>
            <a:r>
              <a:rPr lang="en-US" sz="2000" b="1" dirty="0">
                <a:solidFill>
                  <a:srgbClr val="FF0000"/>
                </a:solidFill>
              </a:rPr>
              <a:t>Total Internal semester marks: 30 + 20 = 50</a:t>
            </a:r>
          </a:p>
          <a:p>
            <a:pPr>
              <a:lnSpc>
                <a:spcPct val="150000"/>
              </a:lnSpc>
            </a:pPr>
            <a:r>
              <a:rPr lang="en-US" sz="2400" b="1" dirty="0"/>
              <a:t>End Semester Assessment </a:t>
            </a:r>
          </a:p>
          <a:p>
            <a:pPr lvl="1">
              <a:lnSpc>
                <a:spcPct val="150000"/>
              </a:lnSpc>
              <a:buFont typeface="Wingdings" panose="05000000000000000000" pitchFamily="2" charset="2"/>
              <a:buChar char="ü"/>
            </a:pPr>
            <a:r>
              <a:rPr lang="en-US" sz="2000" dirty="0"/>
              <a:t> 3 hour paper with weightage of 50 marks</a:t>
            </a:r>
          </a:p>
          <a:p>
            <a:pPr>
              <a:lnSpc>
                <a:spcPct val="150000"/>
              </a:lnSpc>
            </a:pPr>
            <a:r>
              <a:rPr lang="en-US" sz="2400" b="1" dirty="0"/>
              <a:t>Total Assessment = 50 (internal)+50(end semester) = 100 marks</a:t>
            </a:r>
          </a:p>
        </p:txBody>
      </p:sp>
      <p:sp>
        <p:nvSpPr>
          <p:cNvPr id="2" name="Slide Number Placeholder 1"/>
          <p:cNvSpPr>
            <a:spLocks noGrp="1"/>
          </p:cNvSpPr>
          <p:nvPr>
            <p:ph type="sldNum" sz="quarter" idx="12"/>
          </p:nvPr>
        </p:nvSpPr>
        <p:spPr/>
        <p:txBody>
          <a:bodyPr/>
          <a:lstStyle/>
          <a:p>
            <a:fld id="{A59F4940-A748-44FD-9A02-FF7C9BA3B313}" type="slidenum">
              <a:rPr lang="en-US" smtClean="0"/>
              <a:pPr/>
              <a:t>5</a:t>
            </a:fld>
            <a:endParaRPr lang="en-US"/>
          </a:p>
        </p:txBody>
      </p:sp>
    </p:spTree>
    <p:extLst>
      <p:ext uri="{BB962C8B-B14F-4D97-AF65-F5344CB8AC3E}">
        <p14:creationId xmlns:p14="http://schemas.microsoft.com/office/powerpoint/2010/main" val="3009925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71" name="Rectangle 2"/>
          <p:cNvSpPr>
            <a:spLocks noGrp="1" noChangeArrowheads="1"/>
          </p:cNvSpPr>
          <p:nvPr>
            <p:ph type="title"/>
          </p:nvPr>
        </p:nvSpPr>
        <p:spPr>
          <a:xfrm>
            <a:off x="547914" y="250827"/>
            <a:ext cx="10515600" cy="1325563"/>
          </a:xfrm>
        </p:spPr>
        <p:txBody>
          <a:bodyPr anchor="ctr">
            <a:normAutofit/>
          </a:bodyPr>
          <a:lstStyle/>
          <a:p>
            <a:pPr algn="l"/>
            <a:r>
              <a:rPr lang="en-US" sz="3600" dirty="0"/>
              <a:t>Mode of evaluation – Laboratory </a:t>
            </a:r>
          </a:p>
        </p:txBody>
      </p:sp>
      <p:sp>
        <p:nvSpPr>
          <p:cNvPr id="7172" name="Rectangle 3"/>
          <p:cNvSpPr>
            <a:spLocks noGrp="1" noChangeArrowheads="1"/>
          </p:cNvSpPr>
          <p:nvPr>
            <p:ph idx="1"/>
          </p:nvPr>
        </p:nvSpPr>
        <p:spPr>
          <a:xfrm>
            <a:off x="669471" y="1738085"/>
            <a:ext cx="10671629" cy="4948465"/>
          </a:xfrm>
        </p:spPr>
        <p:txBody>
          <a:bodyPr>
            <a:normAutofit fontScale="55000" lnSpcReduction="20000"/>
          </a:bodyPr>
          <a:lstStyle/>
          <a:p>
            <a:pPr>
              <a:buFontTx/>
              <a:buNone/>
            </a:pPr>
            <a:r>
              <a:rPr lang="en-US" sz="3800" b="1" dirty="0"/>
              <a:t>Continuous evaluation = 60 marks (Internal)</a:t>
            </a:r>
          </a:p>
          <a:p>
            <a:pPr>
              <a:buFontTx/>
              <a:buNone/>
            </a:pPr>
            <a:endParaRPr lang="en-US" sz="2400" u="sng" dirty="0"/>
          </a:p>
          <a:p>
            <a:pPr marL="457200" lvl="1" indent="0">
              <a:buNone/>
            </a:pPr>
            <a:r>
              <a:rPr lang="en-US" sz="2000" dirty="0"/>
              <a:t>	</a:t>
            </a:r>
            <a:r>
              <a:rPr lang="en-US" sz="3300" dirty="0"/>
              <a:t>4 evaluations 		: 10 x 4 = 40 *</a:t>
            </a:r>
          </a:p>
          <a:p>
            <a:pPr marL="0" indent="0">
              <a:buNone/>
            </a:pPr>
            <a:r>
              <a:rPr lang="en-IN" sz="3300" dirty="0"/>
              <a:t>	5th evaluation for project 	: 10</a:t>
            </a:r>
          </a:p>
          <a:p>
            <a:pPr marL="0" indent="0">
              <a:buNone/>
            </a:pPr>
            <a:r>
              <a:rPr lang="en-US" sz="3300" dirty="0"/>
              <a:t>	Lab Test 			: 10</a:t>
            </a:r>
          </a:p>
          <a:p>
            <a:pPr marL="0" indent="0">
              <a:buNone/>
            </a:pPr>
            <a:r>
              <a:rPr lang="en-US" sz="3300" dirty="0"/>
              <a:t>                 ---------------------------------------------------------------------</a:t>
            </a:r>
          </a:p>
          <a:p>
            <a:pPr marL="0" indent="0">
              <a:buNone/>
            </a:pPr>
            <a:r>
              <a:rPr lang="en-US" sz="3300" dirty="0"/>
              <a:t>	Total 			: 60</a:t>
            </a:r>
          </a:p>
          <a:p>
            <a:pPr>
              <a:buFontTx/>
              <a:buNone/>
            </a:pPr>
            <a:endParaRPr lang="en-US" sz="3300" dirty="0"/>
          </a:p>
          <a:p>
            <a:pPr>
              <a:buFontTx/>
              <a:buNone/>
            </a:pPr>
            <a:r>
              <a:rPr lang="en-US" sz="3300" dirty="0"/>
              <a:t>* Evaluation of 10 marks (Observation Book=4 marks,  Execution=3 marks &amp; Viva = 3 marks) </a:t>
            </a:r>
          </a:p>
          <a:p>
            <a:pPr>
              <a:buFontTx/>
              <a:buNone/>
            </a:pPr>
            <a:endParaRPr lang="en-US" sz="3300" dirty="0"/>
          </a:p>
          <a:p>
            <a:pPr>
              <a:buFontTx/>
              <a:buNone/>
            </a:pPr>
            <a:r>
              <a:rPr lang="en-US" sz="3300" b="1" dirty="0"/>
              <a:t>End Semester Exam=40 marks</a:t>
            </a:r>
          </a:p>
          <a:p>
            <a:pPr>
              <a:buFontTx/>
              <a:buNone/>
            </a:pPr>
            <a:r>
              <a:rPr lang="en-IN" sz="3300" dirty="0"/>
              <a:t>		2 questions of 25 and 15 marks = 40 marks</a:t>
            </a:r>
          </a:p>
          <a:p>
            <a:pPr>
              <a:buFontTx/>
              <a:buNone/>
            </a:pPr>
            <a:r>
              <a:rPr lang="en-IN" sz="3300" dirty="0"/>
              <a:t>		Change of question NOT allowed.</a:t>
            </a:r>
          </a:p>
          <a:p>
            <a:pPr>
              <a:buFontTx/>
              <a:buNone/>
            </a:pPr>
            <a:endParaRPr lang="en-US" sz="3300" dirty="0"/>
          </a:p>
          <a:p>
            <a:pPr>
              <a:buFontTx/>
              <a:buNone/>
            </a:pPr>
            <a:r>
              <a:rPr lang="en-US" sz="3300" b="1" dirty="0"/>
              <a:t>Total : 60 + 40 = 100 marks</a:t>
            </a:r>
          </a:p>
        </p:txBody>
      </p:sp>
      <p:sp>
        <p:nvSpPr>
          <p:cNvPr id="2" name="Slide Number Placeholder 1"/>
          <p:cNvSpPr>
            <a:spLocks noGrp="1"/>
          </p:cNvSpPr>
          <p:nvPr>
            <p:ph type="sldNum" sz="quarter" idx="12"/>
          </p:nvPr>
        </p:nvSpPr>
        <p:spPr/>
        <p:txBody>
          <a:bodyPr/>
          <a:lstStyle/>
          <a:p>
            <a:fld id="{A59F4940-A748-44FD-9A02-FF7C9BA3B313}" type="slidenum">
              <a:rPr lang="en-US" smtClean="0"/>
              <a:pPr/>
              <a:t>6</a:t>
            </a:fld>
            <a:endParaRPr lang="en-US"/>
          </a:p>
        </p:txBody>
      </p:sp>
    </p:spTree>
    <p:extLst>
      <p:ext uri="{BB962C8B-B14F-4D97-AF65-F5344CB8AC3E}">
        <p14:creationId xmlns:p14="http://schemas.microsoft.com/office/powerpoint/2010/main" val="27147898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7651" name="Rectangle 2"/>
          <p:cNvSpPr>
            <a:spLocks noGrp="1" noChangeArrowheads="1"/>
          </p:cNvSpPr>
          <p:nvPr>
            <p:ph type="title"/>
          </p:nvPr>
        </p:nvSpPr>
        <p:spPr/>
        <p:txBody>
          <a:bodyPr/>
          <a:lstStyle/>
          <a:p>
            <a:r>
              <a:rPr lang="en-GB" dirty="0"/>
              <a:t>Historical Notes</a:t>
            </a:r>
          </a:p>
        </p:txBody>
      </p:sp>
      <p:sp>
        <p:nvSpPr>
          <p:cNvPr id="27652" name="Rectangle 3"/>
          <p:cNvSpPr>
            <a:spLocks noGrp="1" noChangeArrowheads="1"/>
          </p:cNvSpPr>
          <p:nvPr>
            <p:ph idx="1"/>
          </p:nvPr>
        </p:nvSpPr>
        <p:spPr>
          <a:xfrm>
            <a:off x="351366" y="1585912"/>
            <a:ext cx="11310365" cy="4985555"/>
          </a:xfrm>
        </p:spPr>
        <p:txBody>
          <a:bodyPr>
            <a:normAutofit/>
          </a:bodyPr>
          <a:lstStyle/>
          <a:p>
            <a:r>
              <a:rPr lang="en-GB" dirty="0"/>
              <a:t>C++ owes most to C.</a:t>
            </a:r>
          </a:p>
          <a:p>
            <a:r>
              <a:rPr lang="en-GB" dirty="0"/>
              <a:t>Other ancestors are Simula67 and Algol68.</a:t>
            </a:r>
          </a:p>
          <a:p>
            <a:r>
              <a:rPr lang="en-GB" dirty="0"/>
              <a:t>First versions of C++ in 1980 under the name “C with classes”. Since 1983 the name C++ is used.</a:t>
            </a:r>
          </a:p>
          <a:p>
            <a:r>
              <a:rPr lang="en-GB" dirty="0"/>
              <a:t>1990: ANSI/ISO 9899 defines a standard for C</a:t>
            </a:r>
          </a:p>
          <a:p>
            <a:r>
              <a:rPr lang="en-GB" dirty="0"/>
              <a:t>1998: ISO/IEC 14882 specifies the standard for C++</a:t>
            </a:r>
          </a:p>
          <a:p>
            <a:r>
              <a:rPr lang="en-US" dirty="0"/>
              <a:t>2003: Minor revision</a:t>
            </a:r>
          </a:p>
          <a:p>
            <a:r>
              <a:rPr lang="en-US" dirty="0"/>
              <a:t>2011: Major update, C++11</a:t>
            </a:r>
          </a:p>
          <a:p>
            <a:r>
              <a:rPr lang="en-US" b="1" dirty="0"/>
              <a:t>Current standard is C++14</a:t>
            </a:r>
            <a:endParaRPr lang="en-GB" b="1" dirty="0"/>
          </a:p>
        </p:txBody>
      </p:sp>
      <p:sp>
        <p:nvSpPr>
          <p:cNvPr id="2" name="Slide Number Placeholder 1"/>
          <p:cNvSpPr>
            <a:spLocks noGrp="1"/>
          </p:cNvSpPr>
          <p:nvPr>
            <p:ph type="sldNum" sz="quarter" idx="12"/>
          </p:nvPr>
        </p:nvSpPr>
        <p:spPr/>
        <p:txBody>
          <a:bodyPr/>
          <a:lstStyle/>
          <a:p>
            <a:fld id="{A59F4940-A748-44FD-9A02-FF7C9BA3B313}" type="slidenum">
              <a:rPr lang="en-US" smtClean="0"/>
              <a:pPr/>
              <a:t>7</a:t>
            </a:fld>
            <a:endParaRPr lang="en-US"/>
          </a:p>
        </p:txBody>
      </p:sp>
      <p:pic>
        <p:nvPicPr>
          <p:cNvPr id="27653" name="Picture 4" descr="U:\objori\strou.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60844" y="14288"/>
            <a:ext cx="1585912"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9653071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6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Grp="1" noChangeArrowheads="1"/>
          </p:cNvSpPr>
          <p:nvPr>
            <p:ph type="title"/>
          </p:nvPr>
        </p:nvSpPr>
        <p:spPr>
          <a:xfrm>
            <a:off x="609600" y="85725"/>
            <a:ext cx="10363200" cy="1143000"/>
          </a:xfrm>
        </p:spPr>
        <p:txBody>
          <a:bodyPr/>
          <a:lstStyle/>
          <a:p>
            <a:r>
              <a:rPr lang="en-GB"/>
              <a:t>C++ and C</a:t>
            </a:r>
          </a:p>
        </p:txBody>
      </p:sp>
      <p:sp>
        <p:nvSpPr>
          <p:cNvPr id="28676" name="Rectangle 3"/>
          <p:cNvSpPr>
            <a:spLocks noGrp="1" noChangeArrowheads="1"/>
          </p:cNvSpPr>
          <p:nvPr>
            <p:ph idx="1"/>
          </p:nvPr>
        </p:nvSpPr>
        <p:spPr/>
        <p:txBody>
          <a:bodyPr/>
          <a:lstStyle/>
          <a:p>
            <a:r>
              <a:rPr lang="en-GB" sz="2800" dirty="0"/>
              <a:t>C is a subset of C++.</a:t>
            </a:r>
            <a:br>
              <a:rPr lang="en-GB" sz="2800" dirty="0"/>
            </a:br>
            <a:r>
              <a:rPr lang="en-GB" sz="2800" i="1" u="sng" dirty="0">
                <a:solidFill>
                  <a:srgbClr val="0033CC"/>
                </a:solidFill>
              </a:rPr>
              <a:t>Advantages:</a:t>
            </a:r>
            <a:r>
              <a:rPr lang="en-GB" sz="2800" dirty="0"/>
              <a:t> Existing C libraries can be used, efficient code can be generated.</a:t>
            </a:r>
            <a:br>
              <a:rPr lang="en-GB" dirty="0"/>
            </a:br>
            <a:endParaRPr lang="en-GB" dirty="0"/>
          </a:p>
          <a:p>
            <a:pPr>
              <a:buNone/>
            </a:pPr>
            <a:endParaRPr lang="en-GB" dirty="0"/>
          </a:p>
        </p:txBody>
      </p:sp>
      <p:sp>
        <p:nvSpPr>
          <p:cNvPr id="2" name="Slide Number Placeholder 1"/>
          <p:cNvSpPr>
            <a:spLocks noGrp="1"/>
          </p:cNvSpPr>
          <p:nvPr>
            <p:ph type="sldNum" sz="quarter" idx="12"/>
          </p:nvPr>
        </p:nvSpPr>
        <p:spPr/>
        <p:txBody>
          <a:bodyPr/>
          <a:lstStyle/>
          <a:p>
            <a:fld id="{A59F4940-A748-44FD-9A02-FF7C9BA3B313}" type="slidenum">
              <a:rPr lang="en-US" smtClean="0"/>
              <a:pPr/>
              <a:t>8</a:t>
            </a:fld>
            <a:endParaRPr lang="en-US"/>
          </a:p>
        </p:txBody>
      </p:sp>
      <p:sp>
        <p:nvSpPr>
          <p:cNvPr id="3" name="TextBox 2"/>
          <p:cNvSpPr txBox="1"/>
          <p:nvPr/>
        </p:nvSpPr>
        <p:spPr>
          <a:xfrm>
            <a:off x="975152" y="3855027"/>
            <a:ext cx="6797248" cy="2232984"/>
          </a:xfrm>
          <a:prstGeom prst="rect">
            <a:avLst/>
          </a:prstGeom>
          <a:solidFill>
            <a:schemeClr val="accent2"/>
          </a:solidFill>
          <a:ln>
            <a:solidFill>
              <a:schemeClr val="tx1"/>
            </a:solidFill>
          </a:ln>
        </p:spPr>
        <p:txBody>
          <a:bodyPr wrap="square" rtlCol="0">
            <a:spAutoFit/>
          </a:bodyPr>
          <a:lstStyle/>
          <a:p>
            <a:pPr marL="285750" indent="-285750">
              <a:lnSpc>
                <a:spcPct val="150000"/>
              </a:lnSpc>
              <a:buFont typeface="Wingdings" panose="05000000000000000000" pitchFamily="2" charset="2"/>
              <a:buChar char="ü"/>
            </a:pPr>
            <a:r>
              <a:rPr lang="en-US" sz="2400" dirty="0"/>
              <a:t>is a better C</a:t>
            </a:r>
          </a:p>
          <a:p>
            <a:pPr marL="285750" indent="-285750">
              <a:lnSpc>
                <a:spcPct val="150000"/>
              </a:lnSpc>
              <a:buFont typeface="Wingdings" panose="05000000000000000000" pitchFamily="2" charset="2"/>
              <a:buChar char="ü"/>
            </a:pPr>
            <a:r>
              <a:rPr lang="en-US" sz="2400" dirty="0"/>
              <a:t>supports data abstraction</a:t>
            </a:r>
          </a:p>
          <a:p>
            <a:pPr marL="285750" indent="-285750">
              <a:lnSpc>
                <a:spcPct val="150000"/>
              </a:lnSpc>
              <a:buFont typeface="Wingdings" panose="05000000000000000000" pitchFamily="2" charset="2"/>
              <a:buChar char="ü"/>
            </a:pPr>
            <a:r>
              <a:rPr lang="en-US" sz="2400" dirty="0"/>
              <a:t>supports object-oriented programming</a:t>
            </a:r>
          </a:p>
          <a:p>
            <a:pPr marL="285750" indent="-285750">
              <a:lnSpc>
                <a:spcPct val="150000"/>
              </a:lnSpc>
              <a:buFont typeface="Wingdings" panose="05000000000000000000" pitchFamily="2" charset="2"/>
              <a:buChar char="ü"/>
            </a:pPr>
            <a:r>
              <a:rPr lang="en-US" sz="2400" dirty="0"/>
              <a:t>supports generic programming</a:t>
            </a:r>
            <a:endParaRPr lang="en-US" sz="2000" dirty="0"/>
          </a:p>
        </p:txBody>
      </p:sp>
      <p:pic>
        <p:nvPicPr>
          <p:cNvPr id="44033" name="Picture 1" descr="C:\Users\Raghu_\Desktop\download.jpg"/>
          <p:cNvPicPr>
            <a:picLocks noChangeAspect="1" noChangeArrowheads="1"/>
          </p:cNvPicPr>
          <p:nvPr/>
        </p:nvPicPr>
        <p:blipFill>
          <a:blip r:embed="rId2"/>
          <a:srcRect/>
          <a:stretch>
            <a:fillRect/>
          </a:stretch>
        </p:blipFill>
        <p:spPr bwMode="auto">
          <a:xfrm>
            <a:off x="8305801" y="3124199"/>
            <a:ext cx="3215128" cy="2752043"/>
          </a:xfrm>
          <a:prstGeom prst="rect">
            <a:avLst/>
          </a:prstGeom>
          <a:noFill/>
        </p:spPr>
      </p:pic>
    </p:spTree>
    <p:extLst>
      <p:ext uri="{BB962C8B-B14F-4D97-AF65-F5344CB8AC3E}">
        <p14:creationId xmlns:p14="http://schemas.microsoft.com/office/powerpoint/2010/main" val="1444347191"/>
      </p:ext>
    </p:extLst>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44033"/>
                                        </p:tgtEl>
                                        <p:attrNameLst>
                                          <p:attrName>style.visibility</p:attrName>
                                        </p:attrNameLst>
                                      </p:cBhvr>
                                      <p:to>
                                        <p:strVal val="visible"/>
                                      </p:to>
                                    </p:set>
                                    <p:animEffect transition="in" filter="box(in)">
                                      <p:cBhvr>
                                        <p:cTn id="7" dur="500"/>
                                        <p:tgtEl>
                                          <p:spTgt spid="440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p:cNvSpPr>
            <a:spLocks noGrp="1" noChangeArrowheads="1"/>
          </p:cNvSpPr>
          <p:nvPr>
            <p:ph type="title"/>
          </p:nvPr>
        </p:nvSpPr>
        <p:spPr/>
        <p:txBody>
          <a:bodyPr/>
          <a:lstStyle/>
          <a:p>
            <a:r>
              <a:rPr lang="en-GB"/>
              <a:t>C++ and Java</a:t>
            </a:r>
          </a:p>
        </p:txBody>
      </p:sp>
      <p:sp>
        <p:nvSpPr>
          <p:cNvPr id="29700" name="Rectangle 3"/>
          <p:cNvSpPr>
            <a:spLocks noGrp="1" noChangeArrowheads="1"/>
          </p:cNvSpPr>
          <p:nvPr>
            <p:ph idx="1"/>
          </p:nvPr>
        </p:nvSpPr>
        <p:spPr>
          <a:xfrm>
            <a:off x="1981200" y="1885950"/>
            <a:ext cx="8178800" cy="2609850"/>
          </a:xfrm>
        </p:spPr>
        <p:txBody>
          <a:bodyPr>
            <a:normAutofit/>
          </a:bodyPr>
          <a:lstStyle/>
          <a:p>
            <a:r>
              <a:rPr lang="en-GB"/>
              <a:t>Java is a full object oriented language, all code has to go into classes.</a:t>
            </a:r>
          </a:p>
          <a:p>
            <a:r>
              <a:rPr lang="en-GB"/>
              <a:t>C++ - in contrast - is a hybrid language, capable both of functional and object oriented programming.</a:t>
            </a:r>
          </a:p>
          <a:p>
            <a:endParaRPr lang="en-GB"/>
          </a:p>
        </p:txBody>
      </p:sp>
      <p:sp>
        <p:nvSpPr>
          <p:cNvPr id="2" name="Slide Number Placeholder 1"/>
          <p:cNvSpPr>
            <a:spLocks noGrp="1"/>
          </p:cNvSpPr>
          <p:nvPr>
            <p:ph type="sldNum" sz="quarter" idx="12"/>
          </p:nvPr>
        </p:nvSpPr>
        <p:spPr/>
        <p:txBody>
          <a:bodyPr/>
          <a:lstStyle/>
          <a:p>
            <a:fld id="{A59F4940-A748-44FD-9A02-FF7C9BA3B313}" type="slidenum">
              <a:rPr lang="en-US" smtClean="0"/>
              <a:pPr/>
              <a:t>9</a:t>
            </a:fld>
            <a:endParaRPr lang="en-US"/>
          </a:p>
        </p:txBody>
      </p:sp>
      <p:sp>
        <p:nvSpPr>
          <p:cNvPr id="29701" name="Text Box 4"/>
          <p:cNvSpPr txBox="1">
            <a:spLocks noChangeArrowheads="1"/>
          </p:cNvSpPr>
          <p:nvPr/>
        </p:nvSpPr>
        <p:spPr bwMode="auto">
          <a:xfrm>
            <a:off x="3429000" y="4876801"/>
            <a:ext cx="6553200" cy="1076325"/>
          </a:xfrm>
          <a:prstGeom prst="rect">
            <a:avLst/>
          </a:prstGeom>
          <a:solidFill>
            <a:schemeClr val="accent6"/>
          </a:solidFill>
          <a:ln w="9525">
            <a:solidFill>
              <a:schemeClr val="tx1"/>
            </a:solidFill>
            <a:miter lim="800000"/>
            <a:headEnd/>
            <a:tailEnd/>
          </a:ln>
          <a:effectLst/>
          <a:extLst/>
        </p:spPr>
        <p:txBody>
          <a:bodyPr>
            <a:spAutoFit/>
          </a:bodyPr>
          <a:lstStyle>
            <a:lvl1pPr>
              <a:defRPr sz="3200">
                <a:solidFill>
                  <a:schemeClr val="tx1"/>
                </a:solidFill>
                <a:latin typeface="Tahoma" pitchFamily="34" charset="0"/>
              </a:defRPr>
            </a:lvl1pPr>
            <a:lvl2pPr marL="742950" indent="-285750">
              <a:defRPr sz="3200">
                <a:solidFill>
                  <a:schemeClr val="tx1"/>
                </a:solidFill>
                <a:latin typeface="Tahoma" pitchFamily="34" charset="0"/>
              </a:defRPr>
            </a:lvl2pPr>
            <a:lvl3pPr marL="1143000" indent="-228600">
              <a:defRPr sz="3200">
                <a:solidFill>
                  <a:schemeClr val="tx1"/>
                </a:solidFill>
                <a:latin typeface="Tahoma" pitchFamily="34" charset="0"/>
              </a:defRPr>
            </a:lvl3pPr>
            <a:lvl4pPr marL="1600200" indent="-228600">
              <a:defRPr sz="3200">
                <a:solidFill>
                  <a:schemeClr val="tx1"/>
                </a:solidFill>
                <a:latin typeface="Tahoma" pitchFamily="34" charset="0"/>
              </a:defRPr>
            </a:lvl4pPr>
            <a:lvl5pPr marL="2057400" indent="-228600">
              <a:defRPr sz="3200">
                <a:solidFill>
                  <a:schemeClr val="tx1"/>
                </a:solidFill>
                <a:latin typeface="Tahoma" pitchFamily="34" charset="0"/>
              </a:defRPr>
            </a:lvl5pPr>
            <a:lvl6pPr marL="2514600" indent="-228600" eaLnBrk="0" fontAlgn="base" hangingPunct="0">
              <a:spcBef>
                <a:spcPct val="0"/>
              </a:spcBef>
              <a:spcAft>
                <a:spcPct val="0"/>
              </a:spcAft>
              <a:defRPr sz="3200">
                <a:solidFill>
                  <a:schemeClr val="tx1"/>
                </a:solidFill>
                <a:latin typeface="Tahoma" pitchFamily="34" charset="0"/>
              </a:defRPr>
            </a:lvl6pPr>
            <a:lvl7pPr marL="2971800" indent="-228600" eaLnBrk="0" fontAlgn="base" hangingPunct="0">
              <a:spcBef>
                <a:spcPct val="0"/>
              </a:spcBef>
              <a:spcAft>
                <a:spcPct val="0"/>
              </a:spcAft>
              <a:defRPr sz="3200">
                <a:solidFill>
                  <a:schemeClr val="tx1"/>
                </a:solidFill>
                <a:latin typeface="Tahoma" pitchFamily="34" charset="0"/>
              </a:defRPr>
            </a:lvl7pPr>
            <a:lvl8pPr marL="3429000" indent="-228600" eaLnBrk="0" fontAlgn="base" hangingPunct="0">
              <a:spcBef>
                <a:spcPct val="0"/>
              </a:spcBef>
              <a:spcAft>
                <a:spcPct val="0"/>
              </a:spcAft>
              <a:defRPr sz="3200">
                <a:solidFill>
                  <a:schemeClr val="tx1"/>
                </a:solidFill>
                <a:latin typeface="Tahoma" pitchFamily="34" charset="0"/>
              </a:defRPr>
            </a:lvl8pPr>
            <a:lvl9pPr marL="3886200" indent="-228600" eaLnBrk="0" fontAlgn="base" hangingPunct="0">
              <a:spcBef>
                <a:spcPct val="0"/>
              </a:spcBef>
              <a:spcAft>
                <a:spcPct val="0"/>
              </a:spcAft>
              <a:defRPr sz="3200">
                <a:solidFill>
                  <a:schemeClr val="tx1"/>
                </a:solidFill>
                <a:latin typeface="Tahoma" pitchFamily="34" charset="0"/>
              </a:defRPr>
            </a:lvl9pPr>
          </a:lstStyle>
          <a:p>
            <a:r>
              <a:rPr lang="en-GB" dirty="0"/>
              <a:t>So, C++ is more powerful but also</a:t>
            </a:r>
          </a:p>
          <a:p>
            <a:r>
              <a:rPr lang="en-GB" dirty="0"/>
              <a:t> more difficult to handle than Java.</a:t>
            </a:r>
          </a:p>
        </p:txBody>
      </p:sp>
      <p:pic>
        <p:nvPicPr>
          <p:cNvPr id="29702" name="Picture 5" descr="U:\objori\java.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4800600"/>
            <a:ext cx="947738"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01309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ChangeArrowheads="1"/>
          </p:cNvSpPr>
          <p:nvPr>
            <p:ph type="title"/>
          </p:nvPr>
        </p:nvSpPr>
        <p:spPr/>
        <p:txBody>
          <a:bodyPr/>
          <a:lstStyle/>
          <a:p>
            <a:pPr>
              <a:defRPr/>
            </a:pPr>
            <a:r>
              <a:rPr lang="en-US" dirty="0">
                <a:ea typeface="+mj-ea"/>
              </a:rPr>
              <a:t>Compiling C++ programs on Linux</a:t>
            </a:r>
          </a:p>
        </p:txBody>
      </p:sp>
      <p:sp>
        <p:nvSpPr>
          <p:cNvPr id="155651" name="Rectangle 3"/>
          <p:cNvSpPr>
            <a:spLocks noGrp="1" noChangeArrowheads="1"/>
          </p:cNvSpPr>
          <p:nvPr>
            <p:ph idx="1"/>
          </p:nvPr>
        </p:nvSpPr>
        <p:spPr>
          <a:xfrm>
            <a:off x="838200" y="1844675"/>
            <a:ext cx="9829800" cy="4114800"/>
          </a:xfrm>
        </p:spPr>
        <p:txBody>
          <a:bodyPr rtlCol="0">
            <a:normAutofit fontScale="92500" lnSpcReduction="20000"/>
          </a:bodyPr>
          <a:lstStyle/>
          <a:p>
            <a:pPr>
              <a:defRPr/>
            </a:pPr>
            <a:r>
              <a:rPr lang="en-US" dirty="0">
                <a:ea typeface="+mn-ea"/>
              </a:rPr>
              <a:t>Use </a:t>
            </a:r>
          </a:p>
          <a:p>
            <a:pPr>
              <a:buNone/>
              <a:defRPr/>
            </a:pPr>
            <a:r>
              <a:rPr lang="en-US" dirty="0">
                <a:ea typeface="+mn-ea"/>
              </a:rPr>
              <a:t>     	#include &lt;</a:t>
            </a:r>
            <a:r>
              <a:rPr lang="en-US" dirty="0" err="1">
                <a:ea typeface="+mn-ea"/>
              </a:rPr>
              <a:t>iostream</a:t>
            </a:r>
            <a:r>
              <a:rPr lang="en-US" dirty="0">
                <a:ea typeface="+mn-ea"/>
              </a:rPr>
              <a:t>&gt;</a:t>
            </a:r>
          </a:p>
          <a:p>
            <a:pPr>
              <a:buNone/>
              <a:defRPr/>
            </a:pPr>
            <a:r>
              <a:rPr lang="en-US" dirty="0">
                <a:ea typeface="+mn-ea"/>
              </a:rPr>
              <a:t>           using namespace </a:t>
            </a:r>
            <a:r>
              <a:rPr lang="en-US" dirty="0" err="1">
                <a:ea typeface="+mn-ea"/>
              </a:rPr>
              <a:t>std</a:t>
            </a:r>
            <a:r>
              <a:rPr lang="en-US" dirty="0">
                <a:ea typeface="+mn-ea"/>
              </a:rPr>
              <a:t>;</a:t>
            </a:r>
          </a:p>
          <a:p>
            <a:pPr>
              <a:defRPr/>
            </a:pPr>
            <a:endParaRPr lang="en-US" dirty="0">
              <a:ea typeface="+mn-ea"/>
            </a:endParaRPr>
          </a:p>
          <a:p>
            <a:pPr>
              <a:defRPr/>
            </a:pPr>
            <a:r>
              <a:rPr lang="en-US" dirty="0">
                <a:ea typeface="+mn-ea"/>
              </a:rPr>
              <a:t>Use .</a:t>
            </a:r>
            <a:r>
              <a:rPr lang="en-US" dirty="0" err="1">
                <a:ea typeface="+mn-ea"/>
              </a:rPr>
              <a:t>cpp</a:t>
            </a:r>
            <a:r>
              <a:rPr lang="en-US" dirty="0">
                <a:ea typeface="+mn-ea"/>
              </a:rPr>
              <a:t> as extension </a:t>
            </a:r>
            <a:r>
              <a:rPr lang="en-US" dirty="0" err="1">
                <a:ea typeface="+mn-ea"/>
              </a:rPr>
              <a:t>eg</a:t>
            </a:r>
            <a:r>
              <a:rPr lang="en-US" dirty="0">
                <a:ea typeface="+mn-ea"/>
              </a:rPr>
              <a:t>: prg1.cpp</a:t>
            </a:r>
          </a:p>
          <a:p>
            <a:pPr>
              <a:defRPr/>
            </a:pPr>
            <a:r>
              <a:rPr lang="en-US" dirty="0">
                <a:ea typeface="+mn-ea"/>
              </a:rPr>
              <a:t>Use the following compile command</a:t>
            </a:r>
          </a:p>
          <a:p>
            <a:pPr>
              <a:buNone/>
              <a:defRPr/>
            </a:pPr>
            <a:r>
              <a:rPr lang="en-US" dirty="0">
                <a:ea typeface="+mn-ea"/>
              </a:rPr>
              <a:t>	</a:t>
            </a:r>
            <a:r>
              <a:rPr lang="en-US" sz="3500" b="1" dirty="0">
                <a:ea typeface="+mn-ea"/>
              </a:rPr>
              <a:t>                             g++    </a:t>
            </a:r>
            <a:r>
              <a:rPr lang="en-US" sz="3500" b="1" dirty="0"/>
              <a:t>prg1.cpp</a:t>
            </a:r>
          </a:p>
          <a:p>
            <a:pPr>
              <a:buNone/>
              <a:defRPr/>
            </a:pPr>
            <a:endParaRPr lang="en-US" sz="3500" b="1" dirty="0"/>
          </a:p>
          <a:p>
            <a:pPr>
              <a:buNone/>
              <a:defRPr/>
            </a:pPr>
            <a:r>
              <a:rPr lang="en-US" dirty="0"/>
              <a:t>To run the program:          </a:t>
            </a:r>
            <a:r>
              <a:rPr lang="en-US" sz="3000" b="1" dirty="0"/>
              <a:t>./</a:t>
            </a:r>
            <a:r>
              <a:rPr lang="en-US" sz="3000" b="1" dirty="0" err="1"/>
              <a:t>a.out</a:t>
            </a:r>
            <a:r>
              <a:rPr lang="en-US" sz="3000" b="1" dirty="0"/>
              <a:t> </a:t>
            </a:r>
            <a:endParaRPr lang="en-US" b="1" dirty="0">
              <a:ea typeface="+mn-ea"/>
            </a:endParaRPr>
          </a:p>
        </p:txBody>
      </p:sp>
      <p:sp>
        <p:nvSpPr>
          <p:cNvPr id="6148" name="Slide Number Placeholder 1"/>
          <p:cNvSpPr>
            <a:spLocks noGrp="1"/>
          </p:cNvSpPr>
          <p:nvPr>
            <p:ph type="sldNum" sz="quarter" idx="12"/>
          </p:nvPr>
        </p:nvSpPr>
        <p:spPr bwMode="auto">
          <a:noFill/>
          <a:ln>
            <a:round/>
            <a:headEnd/>
            <a:tailEnd/>
          </a:ln>
          <a:extLst>
            <a:ext uri="{909E8E84-426E-40DD-AFC4-6F175D3DCCD1}">
              <a14:hiddenFill xmlns:a14="http://schemas.microsoft.com/office/drawing/2010/main">
                <a:solidFill>
                  <a:srgbClr val="FFFFFF"/>
                </a:solidFill>
              </a14:hiddenFill>
            </a:ext>
          </a:extLst>
        </p:spPr>
        <p:txBody>
          <a:bodyPr wrap="square" numCol="1" anchorCtr="0" compatLnSpc="1">
            <a:prstTxWarp prst="textNoShape">
              <a:avLst/>
            </a:prstTxWarp>
          </a:bodyPr>
          <a:lstStyle/>
          <a:p>
            <a:fld id="{B0D94776-4412-4BDF-9827-0E5A3ABFF6A1}" type="slidenum">
              <a:rPr lang="en-US" altLang="zh-TW" smtClean="0"/>
              <a:pPr/>
              <a:t>10</a:t>
            </a:fld>
            <a:endParaRPr lang="en-US" altLang="zh-TW"/>
          </a:p>
        </p:txBody>
      </p:sp>
    </p:spTree>
    <p:extLst>
      <p:ext uri="{BB962C8B-B14F-4D97-AF65-F5344CB8AC3E}">
        <p14:creationId xmlns:p14="http://schemas.microsoft.com/office/powerpoint/2010/main" val="39070541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Other Editors</a:t>
            </a:r>
          </a:p>
        </p:txBody>
      </p:sp>
      <p:sp>
        <p:nvSpPr>
          <p:cNvPr id="3" name="Content Placeholder 2"/>
          <p:cNvSpPr>
            <a:spLocks noGrp="1"/>
          </p:cNvSpPr>
          <p:nvPr>
            <p:ph idx="1"/>
          </p:nvPr>
        </p:nvSpPr>
        <p:spPr/>
        <p:txBody>
          <a:bodyPr/>
          <a:lstStyle/>
          <a:p>
            <a:r>
              <a:rPr lang="en-US" dirty="0"/>
              <a:t>Turbo C++</a:t>
            </a:r>
          </a:p>
          <a:p>
            <a:r>
              <a:rPr lang="en-US" dirty="0"/>
              <a:t>Borland C++</a:t>
            </a:r>
          </a:p>
          <a:p>
            <a:r>
              <a:rPr lang="en-US" dirty="0" err="1"/>
              <a:t>DevC</a:t>
            </a:r>
            <a:r>
              <a:rPr lang="en-US" dirty="0"/>
              <a:t>++</a:t>
            </a:r>
          </a:p>
          <a:p>
            <a:pPr lvl="1"/>
            <a:r>
              <a:rPr lang="en-US" dirty="0">
                <a:hlinkClick r:id="rId2"/>
              </a:rPr>
              <a:t>http://www.bloodshed.net/dev/devcpp.html</a:t>
            </a:r>
            <a:endParaRPr lang="en-US" dirty="0"/>
          </a:p>
          <a:p>
            <a:r>
              <a:rPr lang="en-US" dirty="0"/>
              <a:t>Sublime</a:t>
            </a:r>
          </a:p>
          <a:p>
            <a:r>
              <a:rPr lang="en-US" dirty="0"/>
              <a:t>Code blocks</a:t>
            </a:r>
          </a:p>
          <a:p>
            <a:r>
              <a:rPr lang="en-US" dirty="0"/>
              <a:t>Microsoft Visual C++</a:t>
            </a:r>
          </a:p>
          <a:p>
            <a:endParaRPr lang="en-US" dirty="0"/>
          </a:p>
        </p:txBody>
      </p:sp>
      <p:sp>
        <p:nvSpPr>
          <p:cNvPr id="4" name="Slide Number Placeholder 3"/>
          <p:cNvSpPr>
            <a:spLocks noGrp="1"/>
          </p:cNvSpPr>
          <p:nvPr>
            <p:ph type="sldNum" sz="quarter" idx="12"/>
          </p:nvPr>
        </p:nvSpPr>
        <p:spPr/>
        <p:txBody>
          <a:bodyPr/>
          <a:lstStyle/>
          <a:p>
            <a:fld id="{A59F4940-A748-44FD-9A02-FF7C9BA3B313}" type="slidenum">
              <a:rPr lang="en-US" smtClean="0"/>
              <a:pPr/>
              <a:t>11</a:t>
            </a:fld>
            <a:endParaRPr lang="en-US"/>
          </a:p>
        </p:txBody>
      </p:sp>
    </p:spTree>
    <p:extLst>
      <p:ext uri="{BB962C8B-B14F-4D97-AF65-F5344CB8AC3E}">
        <p14:creationId xmlns:p14="http://schemas.microsoft.com/office/powerpoint/2010/main" val="2880471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609600" y="382588"/>
            <a:ext cx="9156700" cy="1219200"/>
          </a:xfrm>
        </p:spPr>
        <p:txBody>
          <a:bodyPr anchor="ctr"/>
          <a:lstStyle/>
          <a:p>
            <a:pPr>
              <a:defRPr/>
            </a:pPr>
            <a:r>
              <a:rPr lang="en-US" altLang="zh-TW" dirty="0">
                <a:ea typeface="+mj-ea"/>
              </a:rPr>
              <a:t>Program </a:t>
            </a:r>
            <a:r>
              <a:rPr lang="en-US" altLang="zh-TW" dirty="0">
                <a:latin typeface="Courier New" pitchFamily="49" charset="0"/>
                <a:ea typeface="+mj-ea"/>
              </a:rPr>
              <a:t>Hello</a:t>
            </a:r>
          </a:p>
        </p:txBody>
      </p:sp>
      <p:sp>
        <p:nvSpPr>
          <p:cNvPr id="7171" name="Rectangle 3"/>
          <p:cNvSpPr>
            <a:spLocks noGrp="1" noChangeArrowheads="1"/>
          </p:cNvSpPr>
          <p:nvPr>
            <p:ph idx="1"/>
          </p:nvPr>
        </p:nvSpPr>
        <p:spPr>
          <a:xfrm>
            <a:off x="850900" y="1524000"/>
            <a:ext cx="10325100" cy="4832350"/>
          </a:xfrm>
        </p:spPr>
        <p:txBody>
          <a:bodyPr>
            <a:normAutofit/>
          </a:bodyPr>
          <a:lstStyle/>
          <a:p>
            <a:pPr eaLnBrk="1" hangingPunct="1">
              <a:lnSpc>
                <a:spcPct val="90000"/>
              </a:lnSpc>
              <a:buClr>
                <a:schemeClr val="tx1"/>
              </a:buClr>
              <a:buFontTx/>
              <a:buNone/>
            </a:pPr>
            <a:r>
              <a:rPr lang="en-US" altLang="zh-TW" sz="2000" b="1" dirty="0">
                <a:latin typeface="Courier New" pitchFamily="49" charset="0"/>
              </a:rPr>
              <a:t>// This program outputs the message </a:t>
            </a:r>
          </a:p>
          <a:p>
            <a:pPr eaLnBrk="1" hangingPunct="1">
              <a:lnSpc>
                <a:spcPct val="90000"/>
              </a:lnSpc>
              <a:buClr>
                <a:schemeClr val="tx1"/>
              </a:buClr>
              <a:buFontTx/>
              <a:buNone/>
            </a:pPr>
            <a:r>
              <a:rPr lang="en-US" altLang="zh-TW" sz="2000" b="1" dirty="0">
                <a:latin typeface="Courier New" pitchFamily="49" charset="0"/>
              </a:rPr>
              <a:t>//</a:t>
            </a:r>
          </a:p>
          <a:p>
            <a:pPr eaLnBrk="1" hangingPunct="1">
              <a:lnSpc>
                <a:spcPct val="90000"/>
              </a:lnSpc>
              <a:buClr>
                <a:schemeClr val="tx1"/>
              </a:buClr>
              <a:buFontTx/>
              <a:buNone/>
            </a:pPr>
            <a:r>
              <a:rPr lang="en-US" altLang="zh-TW" sz="2000" b="1" dirty="0">
                <a:latin typeface="Courier New" pitchFamily="49" charset="0"/>
              </a:rPr>
              <a:t>//      Hello!</a:t>
            </a:r>
          </a:p>
          <a:p>
            <a:pPr eaLnBrk="1" hangingPunct="1">
              <a:lnSpc>
                <a:spcPct val="90000"/>
              </a:lnSpc>
              <a:buClr>
                <a:schemeClr val="tx1"/>
              </a:buClr>
              <a:buFontTx/>
              <a:buNone/>
            </a:pPr>
            <a:r>
              <a:rPr lang="en-US" altLang="zh-TW" sz="2000" b="1" dirty="0">
                <a:latin typeface="Courier New" pitchFamily="49" charset="0"/>
              </a:rPr>
              <a:t>//</a:t>
            </a:r>
          </a:p>
          <a:p>
            <a:pPr eaLnBrk="1" hangingPunct="1">
              <a:lnSpc>
                <a:spcPct val="90000"/>
              </a:lnSpc>
              <a:buClr>
                <a:schemeClr val="tx1"/>
              </a:buClr>
              <a:buFontTx/>
              <a:buNone/>
            </a:pPr>
            <a:r>
              <a:rPr lang="en-US" altLang="zh-TW" sz="2000" b="1" dirty="0">
                <a:latin typeface="Courier New" pitchFamily="49" charset="0"/>
              </a:rPr>
              <a:t>// to the screen</a:t>
            </a:r>
          </a:p>
          <a:p>
            <a:pPr eaLnBrk="1" hangingPunct="1">
              <a:lnSpc>
                <a:spcPct val="90000"/>
              </a:lnSpc>
              <a:buClr>
                <a:schemeClr val="tx1"/>
              </a:buClr>
              <a:buFontTx/>
              <a:buNone/>
            </a:pPr>
            <a:r>
              <a:rPr lang="en-US" altLang="zh-TW" sz="2000" b="1" dirty="0">
                <a:latin typeface="Courier New" pitchFamily="49" charset="0"/>
              </a:rPr>
              <a:t>#include &lt;</a:t>
            </a:r>
            <a:r>
              <a:rPr lang="en-US" altLang="zh-TW" sz="2000" b="1" dirty="0" err="1">
                <a:latin typeface="Courier New" pitchFamily="49" charset="0"/>
              </a:rPr>
              <a:t>iostream</a:t>
            </a:r>
            <a:r>
              <a:rPr lang="en-US" altLang="zh-TW" sz="2000" b="1" dirty="0">
                <a:latin typeface="Courier New" pitchFamily="49" charset="0"/>
              </a:rPr>
              <a:t>&gt;</a:t>
            </a:r>
          </a:p>
          <a:p>
            <a:pPr eaLnBrk="1" hangingPunct="1">
              <a:lnSpc>
                <a:spcPct val="90000"/>
              </a:lnSpc>
              <a:buClr>
                <a:schemeClr val="tx1"/>
              </a:buClr>
              <a:buFontTx/>
              <a:buNone/>
            </a:pPr>
            <a:r>
              <a:rPr lang="en-US" altLang="zh-TW" sz="2000" b="1" dirty="0">
                <a:latin typeface="Courier New" pitchFamily="49" charset="0"/>
              </a:rPr>
              <a:t>using namespace </a:t>
            </a:r>
            <a:r>
              <a:rPr lang="en-US" altLang="zh-TW" sz="2000" b="1" dirty="0" err="1">
                <a:latin typeface="Courier New" pitchFamily="49" charset="0"/>
              </a:rPr>
              <a:t>std</a:t>
            </a:r>
            <a:r>
              <a:rPr lang="en-US" altLang="zh-TW" sz="2000" b="1" dirty="0">
                <a:latin typeface="Courier New" pitchFamily="49" charset="0"/>
              </a:rPr>
              <a:t>;</a:t>
            </a:r>
          </a:p>
          <a:p>
            <a:pPr eaLnBrk="1" hangingPunct="1">
              <a:lnSpc>
                <a:spcPct val="90000"/>
              </a:lnSpc>
              <a:buClr>
                <a:schemeClr val="tx1"/>
              </a:buClr>
              <a:buFontTx/>
              <a:buNone/>
            </a:pPr>
            <a:endParaRPr lang="en-US" altLang="zh-TW" sz="2000" b="1" dirty="0">
              <a:latin typeface="Courier New" pitchFamily="49" charset="0"/>
            </a:endParaRPr>
          </a:p>
          <a:p>
            <a:pPr eaLnBrk="1" hangingPunct="1">
              <a:lnSpc>
                <a:spcPct val="90000"/>
              </a:lnSpc>
              <a:buClr>
                <a:schemeClr val="tx1"/>
              </a:buClr>
              <a:buFontTx/>
              <a:buNone/>
            </a:pPr>
            <a:r>
              <a:rPr lang="en-US" altLang="zh-TW" sz="2000" b="1" dirty="0" err="1">
                <a:latin typeface="Courier New" pitchFamily="49" charset="0"/>
              </a:rPr>
              <a:t>int</a:t>
            </a:r>
            <a:r>
              <a:rPr lang="en-US" altLang="zh-TW" sz="2000" b="1" dirty="0">
                <a:latin typeface="Courier New" pitchFamily="49" charset="0"/>
              </a:rPr>
              <a:t> main() {</a:t>
            </a:r>
          </a:p>
          <a:p>
            <a:pPr eaLnBrk="1" hangingPunct="1">
              <a:lnSpc>
                <a:spcPct val="90000"/>
              </a:lnSpc>
              <a:buClr>
                <a:schemeClr val="tx1"/>
              </a:buClr>
              <a:buFontTx/>
              <a:buNone/>
            </a:pPr>
            <a:r>
              <a:rPr lang="en-US" altLang="zh-TW" sz="2000" b="1" dirty="0">
                <a:latin typeface="Courier New" pitchFamily="49" charset="0"/>
              </a:rPr>
              <a:t>	</a:t>
            </a:r>
            <a:r>
              <a:rPr lang="en-US" altLang="zh-TW" sz="2000" b="1" dirty="0" err="1">
                <a:solidFill>
                  <a:srgbClr val="C00000"/>
                </a:solidFill>
                <a:latin typeface="Courier New" pitchFamily="49" charset="0"/>
              </a:rPr>
              <a:t>cout</a:t>
            </a:r>
            <a:r>
              <a:rPr lang="en-US" altLang="zh-TW" sz="2000" b="1" dirty="0">
                <a:solidFill>
                  <a:srgbClr val="C00000"/>
                </a:solidFill>
                <a:latin typeface="Courier New" pitchFamily="49" charset="0"/>
              </a:rPr>
              <a:t> </a:t>
            </a:r>
            <a:r>
              <a:rPr lang="en-US" altLang="zh-TW" sz="2000" b="1" dirty="0">
                <a:latin typeface="Courier New" pitchFamily="49" charset="0"/>
              </a:rPr>
              <a:t>&lt;&lt;"Hello!"&lt;&lt; </a:t>
            </a:r>
            <a:r>
              <a:rPr lang="en-US" altLang="zh-TW" sz="2000" b="1" dirty="0" err="1">
                <a:latin typeface="Courier New" pitchFamily="49" charset="0"/>
              </a:rPr>
              <a:t>endl</a:t>
            </a:r>
            <a:r>
              <a:rPr lang="en-US" altLang="zh-TW" sz="2000" b="1" dirty="0">
                <a:latin typeface="Courier New" pitchFamily="49" charset="0"/>
              </a:rPr>
              <a:t>;</a:t>
            </a:r>
          </a:p>
          <a:p>
            <a:pPr eaLnBrk="1" hangingPunct="1">
              <a:lnSpc>
                <a:spcPct val="90000"/>
              </a:lnSpc>
              <a:buClr>
                <a:schemeClr val="tx1"/>
              </a:buClr>
              <a:buFontTx/>
              <a:buNone/>
            </a:pPr>
            <a:r>
              <a:rPr lang="en-US" altLang="zh-TW" sz="2000" b="1" dirty="0">
                <a:latin typeface="Courier New" pitchFamily="49" charset="0"/>
              </a:rPr>
              <a:t>	return 0;</a:t>
            </a:r>
          </a:p>
          <a:p>
            <a:pPr eaLnBrk="1" hangingPunct="1">
              <a:lnSpc>
                <a:spcPct val="90000"/>
              </a:lnSpc>
              <a:buClr>
                <a:schemeClr val="tx1"/>
              </a:buClr>
              <a:buFontTx/>
              <a:buNone/>
            </a:pPr>
            <a:r>
              <a:rPr lang="en-US" altLang="zh-TW" sz="2000" b="1" dirty="0">
                <a:latin typeface="Courier New" pitchFamily="49" charset="0"/>
              </a:rPr>
              <a:t>}</a:t>
            </a:r>
          </a:p>
        </p:txBody>
      </p:sp>
      <p:sp>
        <p:nvSpPr>
          <p:cNvPr id="7172" name="Slide Number Placeholder 5"/>
          <p:cNvSpPr>
            <a:spLocks noGrp="1"/>
          </p:cNvSpPr>
          <p:nvPr>
            <p:ph type="sldNum" sz="quarter" idx="12"/>
          </p:nvPr>
        </p:nvSpPr>
        <p:spPr bwMode="auto">
          <a:noFill/>
          <a:ln>
            <a:round/>
            <a:headEnd/>
            <a:tailEnd/>
          </a:ln>
          <a:extLst>
            <a:ext uri="{909E8E84-426E-40DD-AFC4-6F175D3DCCD1}">
              <a14:hiddenFill xmlns:a14="http://schemas.microsoft.com/office/drawing/2010/main">
                <a:solidFill>
                  <a:srgbClr val="FFFFFF"/>
                </a:solidFill>
              </a14:hiddenFill>
            </a:ext>
          </a:extLst>
        </p:spPr>
        <p:txBody>
          <a:bodyPr wrap="square" numCol="1" anchorCtr="0" compatLnSpc="1">
            <a:prstTxWarp prst="textNoShape">
              <a:avLst/>
            </a:prstTxWarp>
          </a:bodyPr>
          <a:lstStyle/>
          <a:p>
            <a:fld id="{588522F6-9943-496A-AB64-59F24B5AC5FC}" type="slidenum">
              <a:rPr lang="en-US" altLang="zh-TW" smtClean="0"/>
              <a:pPr/>
              <a:t>12</a:t>
            </a:fld>
            <a:endParaRPr lang="en-US" altLang="zh-TW"/>
          </a:p>
        </p:txBody>
      </p:sp>
    </p:spTree>
    <p:extLst>
      <p:ext uri="{BB962C8B-B14F-4D97-AF65-F5344CB8AC3E}">
        <p14:creationId xmlns:p14="http://schemas.microsoft.com/office/powerpoint/2010/main" val="4609637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4A02B60-7AD3-4003-ABAA-60D4BD199AD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ct val="50000"/>
              </a:spcBef>
              <a:spcAft>
                <a:spcPts val="0"/>
              </a:spcAft>
              <a:buClrTx/>
              <a:buSzTx/>
              <a:buFontTx/>
              <a:buNone/>
              <a:tabLst/>
              <a:defRPr/>
            </a:pPr>
            <a:fld id="{E56F27F4-0200-4E0E-8236-FA34A582AE03}" type="slidenum">
              <a:rPr kumimoji="0" lang="en-US" sz="1400" b="0" i="0" u="none" strike="noStrike" kern="1200" cap="none" spc="0" normalizeH="0" baseline="0" noProof="0" smtClean="0">
                <a:ln>
                  <a:noFill/>
                </a:ln>
                <a:solidFill>
                  <a:srgbClr val="5E574E"/>
                </a:solidFill>
                <a:effectLst/>
                <a:uLnTx/>
                <a:uFillTx/>
                <a:latin typeface="Arial" pitchFamily="34" charset="0"/>
                <a:ea typeface="+mn-ea"/>
                <a:cs typeface="+mn-cs"/>
              </a:rPr>
              <a:pPr marL="0" marR="0" lvl="0" indent="0" algn="r" defTabSz="914400" rtl="0" eaLnBrk="1" fontAlgn="auto" latinLnBrk="0" hangingPunct="1">
                <a:lnSpc>
                  <a:spcPct val="100000"/>
                </a:lnSpc>
                <a:spcBef>
                  <a:spcPct val="50000"/>
                </a:spcBef>
                <a:spcAft>
                  <a:spcPts val="0"/>
                </a:spcAft>
                <a:buClrTx/>
                <a:buSzTx/>
                <a:buFontTx/>
                <a:buNone/>
                <a:tabLst/>
                <a:defRPr/>
              </a:pPr>
              <a:t>13</a:t>
            </a:fld>
            <a:endParaRPr kumimoji="0" lang="en-US" sz="1400" b="0" i="0" u="none" strike="noStrike" kern="1200" cap="none" spc="0" normalizeH="0" baseline="0" noProof="0">
              <a:ln>
                <a:noFill/>
              </a:ln>
              <a:solidFill>
                <a:srgbClr val="5E574E"/>
              </a:solidFill>
              <a:effectLst/>
              <a:uLnTx/>
              <a:uFillTx/>
              <a:latin typeface="Arial" pitchFamily="34" charset="0"/>
              <a:ea typeface="+mn-ea"/>
              <a:cs typeface="+mn-cs"/>
            </a:endParaRPr>
          </a:p>
        </p:txBody>
      </p:sp>
      <p:pic>
        <p:nvPicPr>
          <p:cNvPr id="6" name="Picture 5">
            <a:extLst>
              <a:ext uri="{FF2B5EF4-FFF2-40B4-BE49-F238E27FC236}">
                <a16:creationId xmlns:a16="http://schemas.microsoft.com/office/drawing/2014/main" id="{154DABEC-21EF-4C63-99C4-2F8C142A67A4}"/>
              </a:ext>
            </a:extLst>
          </p:cNvPr>
          <p:cNvPicPr>
            <a:picLocks noChangeAspect="1"/>
          </p:cNvPicPr>
          <p:nvPr/>
        </p:nvPicPr>
        <p:blipFill>
          <a:blip r:embed="rId2">
            <a:clrChange>
              <a:clrFrom>
                <a:srgbClr val="FDFDFD"/>
              </a:clrFrom>
              <a:clrTo>
                <a:srgbClr val="FDFDFD">
                  <a:alpha val="0"/>
                </a:srgbClr>
              </a:clrTo>
            </a:clrChange>
          </a:blip>
          <a:stretch>
            <a:fillRect/>
          </a:stretch>
        </p:blipFill>
        <p:spPr>
          <a:xfrm>
            <a:off x="761263" y="1622840"/>
            <a:ext cx="10536950" cy="5235160"/>
          </a:xfrm>
          <a:prstGeom prst="rect">
            <a:avLst/>
          </a:prstGeom>
        </p:spPr>
      </p:pic>
      <mc:AlternateContent xmlns:mc="http://schemas.openxmlformats.org/markup-compatibility/2006" xmlns:p14="http://schemas.microsoft.com/office/powerpoint/2010/main">
        <mc:Choice Requires="p14">
          <p:contentPart p14:bwMode="auto" r:id="rId3">
            <p14:nvContentPartPr>
              <p14:cNvPr id="19" name="Ink 18">
                <a:extLst>
                  <a:ext uri="{FF2B5EF4-FFF2-40B4-BE49-F238E27FC236}">
                    <a16:creationId xmlns:a16="http://schemas.microsoft.com/office/drawing/2014/main" id="{C08F52EC-3E15-41FD-B33C-5660EBCE34A8}"/>
                  </a:ext>
                </a:extLst>
              </p14:cNvPr>
              <p14:cNvContentPartPr/>
              <p14:nvPr/>
            </p14:nvContentPartPr>
            <p14:xfrm>
              <a:off x="9304560" y="4696920"/>
              <a:ext cx="402480" cy="18360"/>
            </p14:xfrm>
          </p:contentPart>
        </mc:Choice>
        <mc:Fallback xmlns="">
          <p:pic>
            <p:nvPicPr>
              <p:cNvPr id="19" name="Ink 18">
                <a:extLst>
                  <a:ext uri="{FF2B5EF4-FFF2-40B4-BE49-F238E27FC236}">
                    <a16:creationId xmlns:a16="http://schemas.microsoft.com/office/drawing/2014/main" id="{C08F52EC-3E15-41FD-B33C-5660EBCE34A8}"/>
                  </a:ext>
                </a:extLst>
              </p:cNvPr>
              <p:cNvPicPr/>
              <p:nvPr/>
            </p:nvPicPr>
            <p:blipFill>
              <a:blip r:embed="rId32"/>
              <a:stretch>
                <a:fillRect/>
              </a:stretch>
            </p:blipFill>
            <p:spPr>
              <a:xfrm>
                <a:off x="9288720" y="4633560"/>
                <a:ext cx="433800" cy="14508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0" name="Ink 19">
                <a:extLst>
                  <a:ext uri="{FF2B5EF4-FFF2-40B4-BE49-F238E27FC236}">
                    <a16:creationId xmlns:a16="http://schemas.microsoft.com/office/drawing/2014/main" id="{9E53216A-7C7F-4228-919A-B9775B8F86E6}"/>
                  </a:ext>
                </a:extLst>
              </p14:cNvPr>
              <p14:cNvContentPartPr/>
              <p14:nvPr/>
            </p14:nvContentPartPr>
            <p14:xfrm>
              <a:off x="9304560" y="4911480"/>
              <a:ext cx="348840" cy="27000"/>
            </p14:xfrm>
          </p:contentPart>
        </mc:Choice>
        <mc:Fallback xmlns="">
          <p:pic>
            <p:nvPicPr>
              <p:cNvPr id="20" name="Ink 19">
                <a:extLst>
                  <a:ext uri="{FF2B5EF4-FFF2-40B4-BE49-F238E27FC236}">
                    <a16:creationId xmlns:a16="http://schemas.microsoft.com/office/drawing/2014/main" id="{9E53216A-7C7F-4228-919A-B9775B8F86E6}"/>
                  </a:ext>
                </a:extLst>
              </p:cNvPr>
              <p:cNvPicPr/>
              <p:nvPr/>
            </p:nvPicPr>
            <p:blipFill>
              <a:blip r:embed="rId34"/>
              <a:stretch>
                <a:fillRect/>
              </a:stretch>
            </p:blipFill>
            <p:spPr>
              <a:xfrm>
                <a:off x="9288720" y="4848120"/>
                <a:ext cx="380160" cy="15372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1" name="Ink 20">
                <a:extLst>
                  <a:ext uri="{FF2B5EF4-FFF2-40B4-BE49-F238E27FC236}">
                    <a16:creationId xmlns:a16="http://schemas.microsoft.com/office/drawing/2014/main" id="{0E460155-C912-4D17-B2B5-FCCFE420D606}"/>
                  </a:ext>
                </a:extLst>
              </p14:cNvPr>
              <p14:cNvContentPartPr/>
              <p14:nvPr/>
            </p14:nvContentPartPr>
            <p14:xfrm>
              <a:off x="9259920" y="5090040"/>
              <a:ext cx="402480" cy="18000"/>
            </p14:xfrm>
          </p:contentPart>
        </mc:Choice>
        <mc:Fallback xmlns="">
          <p:pic>
            <p:nvPicPr>
              <p:cNvPr id="21" name="Ink 20">
                <a:extLst>
                  <a:ext uri="{FF2B5EF4-FFF2-40B4-BE49-F238E27FC236}">
                    <a16:creationId xmlns:a16="http://schemas.microsoft.com/office/drawing/2014/main" id="{0E460155-C912-4D17-B2B5-FCCFE420D606}"/>
                  </a:ext>
                </a:extLst>
              </p:cNvPr>
              <p:cNvPicPr/>
              <p:nvPr/>
            </p:nvPicPr>
            <p:blipFill>
              <a:blip r:embed="rId36"/>
              <a:stretch>
                <a:fillRect/>
              </a:stretch>
            </p:blipFill>
            <p:spPr>
              <a:xfrm>
                <a:off x="9244080" y="5026680"/>
                <a:ext cx="433800" cy="14472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2" name="Ink 21">
                <a:extLst>
                  <a:ext uri="{FF2B5EF4-FFF2-40B4-BE49-F238E27FC236}">
                    <a16:creationId xmlns:a16="http://schemas.microsoft.com/office/drawing/2014/main" id="{174ADB4D-1293-4FE6-9CCC-ADBC98014FE7}"/>
                  </a:ext>
                </a:extLst>
              </p14:cNvPr>
              <p14:cNvContentPartPr/>
              <p14:nvPr/>
            </p14:nvContentPartPr>
            <p14:xfrm>
              <a:off x="9340560" y="6241680"/>
              <a:ext cx="330480" cy="18360"/>
            </p14:xfrm>
          </p:contentPart>
        </mc:Choice>
        <mc:Fallback xmlns="">
          <p:pic>
            <p:nvPicPr>
              <p:cNvPr id="22" name="Ink 21">
                <a:extLst>
                  <a:ext uri="{FF2B5EF4-FFF2-40B4-BE49-F238E27FC236}">
                    <a16:creationId xmlns:a16="http://schemas.microsoft.com/office/drawing/2014/main" id="{174ADB4D-1293-4FE6-9CCC-ADBC98014FE7}"/>
                  </a:ext>
                </a:extLst>
              </p:cNvPr>
              <p:cNvPicPr/>
              <p:nvPr/>
            </p:nvPicPr>
            <p:blipFill>
              <a:blip r:embed="rId38"/>
              <a:stretch>
                <a:fillRect/>
              </a:stretch>
            </p:blipFill>
            <p:spPr>
              <a:xfrm>
                <a:off x="9324720" y="6178320"/>
                <a:ext cx="361800" cy="14508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3" name="Ink 22">
                <a:extLst>
                  <a:ext uri="{FF2B5EF4-FFF2-40B4-BE49-F238E27FC236}">
                    <a16:creationId xmlns:a16="http://schemas.microsoft.com/office/drawing/2014/main" id="{E1A6CA28-4B7E-43B9-B0C4-574383304F55}"/>
                  </a:ext>
                </a:extLst>
              </p14:cNvPr>
              <p14:cNvContentPartPr/>
              <p14:nvPr/>
            </p14:nvContentPartPr>
            <p14:xfrm>
              <a:off x="9313560" y="6456240"/>
              <a:ext cx="357480" cy="18000"/>
            </p14:xfrm>
          </p:contentPart>
        </mc:Choice>
        <mc:Fallback xmlns="">
          <p:pic>
            <p:nvPicPr>
              <p:cNvPr id="23" name="Ink 22">
                <a:extLst>
                  <a:ext uri="{FF2B5EF4-FFF2-40B4-BE49-F238E27FC236}">
                    <a16:creationId xmlns:a16="http://schemas.microsoft.com/office/drawing/2014/main" id="{E1A6CA28-4B7E-43B9-B0C4-574383304F55}"/>
                  </a:ext>
                </a:extLst>
              </p:cNvPr>
              <p:cNvPicPr/>
              <p:nvPr/>
            </p:nvPicPr>
            <p:blipFill>
              <a:blip r:embed="rId40"/>
              <a:stretch>
                <a:fillRect/>
              </a:stretch>
            </p:blipFill>
            <p:spPr>
              <a:xfrm>
                <a:off x="9297720" y="6392880"/>
                <a:ext cx="388800" cy="14472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4" name="Ink 23">
                <a:extLst>
                  <a:ext uri="{FF2B5EF4-FFF2-40B4-BE49-F238E27FC236}">
                    <a16:creationId xmlns:a16="http://schemas.microsoft.com/office/drawing/2014/main" id="{8C9A4823-B13A-4999-A39C-D26EF44A6425}"/>
                  </a:ext>
                </a:extLst>
              </p14:cNvPr>
              <p14:cNvContentPartPr/>
              <p14:nvPr/>
            </p14:nvContentPartPr>
            <p14:xfrm>
              <a:off x="9340560" y="6643800"/>
              <a:ext cx="321840" cy="27000"/>
            </p14:xfrm>
          </p:contentPart>
        </mc:Choice>
        <mc:Fallback xmlns="">
          <p:pic>
            <p:nvPicPr>
              <p:cNvPr id="24" name="Ink 23">
                <a:extLst>
                  <a:ext uri="{FF2B5EF4-FFF2-40B4-BE49-F238E27FC236}">
                    <a16:creationId xmlns:a16="http://schemas.microsoft.com/office/drawing/2014/main" id="{8C9A4823-B13A-4999-A39C-D26EF44A6425}"/>
                  </a:ext>
                </a:extLst>
              </p:cNvPr>
              <p:cNvPicPr/>
              <p:nvPr/>
            </p:nvPicPr>
            <p:blipFill>
              <a:blip r:embed="rId42"/>
              <a:stretch>
                <a:fillRect/>
              </a:stretch>
            </p:blipFill>
            <p:spPr>
              <a:xfrm>
                <a:off x="9324720" y="6580440"/>
                <a:ext cx="353160" cy="153720"/>
              </a:xfrm>
              <a:prstGeom prst="rect">
                <a:avLst/>
              </a:prstGeom>
            </p:spPr>
          </p:pic>
        </mc:Fallback>
      </mc:AlternateContent>
    </p:spTree>
    <p:extLst>
      <p:ext uri="{BB962C8B-B14F-4D97-AF65-F5344CB8AC3E}">
        <p14:creationId xmlns:p14="http://schemas.microsoft.com/office/powerpoint/2010/main" val="3327287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3200" kern="1200" dirty="0">
                <a:solidFill>
                  <a:schemeClr val="tx1"/>
                </a:solidFill>
                <a:ea typeface="+mn-ea"/>
                <a:cs typeface="+mn-cs"/>
              </a:rPr>
              <a:t>Classes</a:t>
            </a:r>
            <a:r>
              <a:rPr lang="en-US" dirty="0">
                <a:solidFill>
                  <a:srgbClr val="993366"/>
                </a:solidFill>
                <a:latin typeface="Verdana" pitchFamily="34" charset="0"/>
              </a:rPr>
              <a:t> </a:t>
            </a:r>
            <a:endParaRPr lang="en-US" dirty="0"/>
          </a:p>
        </p:txBody>
      </p:sp>
      <p:sp>
        <p:nvSpPr>
          <p:cNvPr id="5" name="Content Placeholder 4"/>
          <p:cNvSpPr>
            <a:spLocks noGrp="1"/>
          </p:cNvSpPr>
          <p:nvPr>
            <p:ph idx="1"/>
          </p:nvPr>
        </p:nvSpPr>
        <p:spPr>
          <a:xfrm>
            <a:off x="838200" y="1460500"/>
            <a:ext cx="10515600" cy="4895850"/>
          </a:xfrm>
        </p:spPr>
        <p:txBody>
          <a:bodyPr>
            <a:normAutofit fontScale="70000" lnSpcReduction="20000"/>
          </a:bodyPr>
          <a:lstStyle/>
          <a:p>
            <a:endParaRPr lang="en-US" b="1" dirty="0">
              <a:solidFill>
                <a:srgbClr val="993366"/>
              </a:solidFill>
            </a:endParaRPr>
          </a:p>
          <a:p>
            <a:r>
              <a:rPr lang="en-US" b="1" dirty="0"/>
              <a:t>The entire set of data and code of an object can be made a user defined data type with the help of a class. </a:t>
            </a:r>
          </a:p>
          <a:p>
            <a:endParaRPr lang="en-US" b="1" dirty="0"/>
          </a:p>
          <a:p>
            <a:r>
              <a:rPr lang="en-US" b="1" dirty="0"/>
              <a:t>Objects are variables of the type class. </a:t>
            </a:r>
          </a:p>
          <a:p>
            <a:endParaRPr lang="en-US" b="1" dirty="0"/>
          </a:p>
          <a:p>
            <a:r>
              <a:rPr lang="en-US" b="1" dirty="0"/>
              <a:t>Once a class has been defined, we can create any number of objects belonging to that class. </a:t>
            </a:r>
          </a:p>
          <a:p>
            <a:endParaRPr lang="en-US" b="1" dirty="0">
              <a:solidFill>
                <a:srgbClr val="000000"/>
              </a:solidFill>
              <a:cs typeface="Times New Roman" pitchFamily="18" charset="0"/>
            </a:endParaRPr>
          </a:p>
          <a:p>
            <a:r>
              <a:rPr lang="en-US" b="1" dirty="0">
                <a:solidFill>
                  <a:srgbClr val="000000"/>
                </a:solidFill>
                <a:cs typeface="Times New Roman" pitchFamily="18" charset="0"/>
              </a:rPr>
              <a:t>Classes are user defined data types and behave like the built-in types of a programming language.</a:t>
            </a:r>
            <a:endParaRPr lang="en-US" b="1" dirty="0"/>
          </a:p>
          <a:p>
            <a:endParaRPr lang="en-US" b="1" dirty="0"/>
          </a:p>
          <a:p>
            <a:r>
              <a:rPr lang="en-US" b="1" dirty="0">
                <a:solidFill>
                  <a:srgbClr val="C00000"/>
                </a:solidFill>
              </a:rPr>
              <a:t>Internal data of a class – member data</a:t>
            </a:r>
          </a:p>
          <a:p>
            <a:r>
              <a:rPr lang="en-US" b="1" dirty="0">
                <a:solidFill>
                  <a:srgbClr val="C00000"/>
                </a:solidFill>
              </a:rPr>
              <a:t>Internal functions of a class – member functions</a:t>
            </a:r>
          </a:p>
          <a:p>
            <a:endParaRPr lang="en-US" b="1" dirty="0"/>
          </a:p>
        </p:txBody>
      </p:sp>
      <p:sp>
        <p:nvSpPr>
          <p:cNvPr id="7172"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marL="0" marR="0" lvl="0" indent="0" algn="r" defTabSz="914400" rtl="0" eaLnBrk="1" fontAlgn="auto" latinLnBrk="0" hangingPunct="1">
              <a:lnSpc>
                <a:spcPct val="100000"/>
              </a:lnSpc>
              <a:spcBef>
                <a:spcPct val="50000"/>
              </a:spcBef>
              <a:spcAft>
                <a:spcPts val="0"/>
              </a:spcAft>
              <a:buClrTx/>
              <a:buSzTx/>
              <a:buFontTx/>
              <a:buNone/>
              <a:tabLst/>
              <a:defRPr/>
            </a:pPr>
            <a:fld id="{0713FF7B-E81B-4889-8C5E-56F98C046A47}" type="slidenum">
              <a:rPr kumimoji="0" lang="en-US" sz="1400" b="0" i="0" u="none" strike="noStrike" kern="1200" cap="none" spc="0" normalizeH="0" baseline="0" noProof="0">
                <a:ln>
                  <a:noFill/>
                </a:ln>
                <a:solidFill>
                  <a:srgbClr val="000000"/>
                </a:solidFill>
                <a:effectLst/>
                <a:uLnTx/>
                <a:uFillTx/>
                <a:latin typeface="Arial" pitchFamily="34" charset="0"/>
                <a:ea typeface="+mn-ea"/>
                <a:cs typeface="+mn-cs"/>
              </a:rPr>
              <a:pPr marL="0" marR="0" lvl="0" indent="0" algn="r" defTabSz="914400" rtl="0" eaLnBrk="1" fontAlgn="auto" latinLnBrk="0" hangingPunct="1">
                <a:lnSpc>
                  <a:spcPct val="100000"/>
                </a:lnSpc>
                <a:spcBef>
                  <a:spcPct val="50000"/>
                </a:spcBef>
                <a:spcAft>
                  <a:spcPts val="0"/>
                </a:spcAft>
                <a:buClrTx/>
                <a:buSzTx/>
                <a:buFontTx/>
                <a:buNone/>
                <a:tabLst/>
                <a:defRPr/>
              </a:pPr>
              <a:t>14</a:t>
            </a:fld>
            <a:endParaRPr kumimoji="0" lang="en-US" sz="1400" b="0" i="0" u="none" strike="noStrike" kern="1200" cap="none" spc="0" normalizeH="0" baseline="0" noProof="0">
              <a:ln>
                <a:noFill/>
              </a:ln>
              <a:solidFill>
                <a:srgbClr val="000000"/>
              </a:solidFill>
              <a:effectLst/>
              <a:uLnTx/>
              <a:uFillTx/>
              <a:latin typeface="Arial" pitchFamily="34" charset="0"/>
              <a:ea typeface="+mn-ea"/>
              <a:cs typeface="+mn-cs"/>
            </a:endParaRPr>
          </a:p>
        </p:txBody>
      </p:sp>
    </p:spTree>
    <p:extLst>
      <p:ext uri="{BB962C8B-B14F-4D97-AF65-F5344CB8AC3E}">
        <p14:creationId xmlns:p14="http://schemas.microsoft.com/office/powerpoint/2010/main" val="41396301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241" name="Rectangle 1"/>
          <p:cNvSpPr>
            <a:spLocks noGrp="1" noChangeArrowheads="1"/>
          </p:cNvSpPr>
          <p:nvPr>
            <p:ph type="title"/>
          </p:nvPr>
        </p:nvSpPr>
        <p:spPr>
          <a:xfrm>
            <a:off x="844290" y="218009"/>
            <a:ext cx="7808913" cy="1229196"/>
          </a:xfrm>
        </p:spPr>
        <p:txBody>
          <a:bodyPr anchor="ctr"/>
          <a:lstStyle/>
          <a:p>
            <a:pPr eaLnBrk="1" fontAlgn="auto" hangingPunct="1">
              <a:spcAft>
                <a:spcPts val="0"/>
              </a:spcAft>
              <a:tabLst>
                <a:tab pos="0" algn="l"/>
                <a:tab pos="406086" algn="l"/>
                <a:tab pos="813612" algn="l"/>
                <a:tab pos="1221138" algn="l"/>
                <a:tab pos="1628664" algn="l"/>
                <a:tab pos="2036190" algn="l"/>
                <a:tab pos="2443717" algn="l"/>
                <a:tab pos="2851242" algn="l"/>
                <a:tab pos="3258769" algn="l"/>
                <a:tab pos="3666294" algn="l"/>
                <a:tab pos="4073821" algn="l"/>
                <a:tab pos="4481346" algn="l"/>
                <a:tab pos="4888873" algn="l"/>
                <a:tab pos="5296398" algn="l"/>
                <a:tab pos="5703925" algn="l"/>
                <a:tab pos="6111450" algn="l"/>
                <a:tab pos="6518977" algn="l"/>
                <a:tab pos="6926502" algn="l"/>
                <a:tab pos="7334029" algn="l"/>
                <a:tab pos="7741554" algn="l"/>
                <a:tab pos="8149081" algn="l"/>
              </a:tabLst>
              <a:defRPr/>
            </a:pPr>
            <a:r>
              <a:rPr lang="en-GB" dirty="0">
                <a:ea typeface="+mj-ea"/>
              </a:rPr>
              <a:t>Namespaces -1</a:t>
            </a:r>
          </a:p>
        </p:txBody>
      </p:sp>
      <p:sp>
        <p:nvSpPr>
          <p:cNvPr id="10242" name="Rectangle 2"/>
          <p:cNvSpPr>
            <a:spLocks noGrp="1" noChangeArrowheads="1"/>
          </p:cNvSpPr>
          <p:nvPr>
            <p:ph idx="1"/>
          </p:nvPr>
        </p:nvSpPr>
        <p:spPr>
          <a:xfrm>
            <a:off x="513567" y="1700809"/>
            <a:ext cx="11001100" cy="4588867"/>
          </a:xfrm>
        </p:spPr>
        <p:txBody>
          <a:bodyPr>
            <a:normAutofit/>
          </a:bodyPr>
          <a:lstStyle/>
          <a:p>
            <a:pPr eaLnBrk="1" hangingPunct="1">
              <a:lnSpc>
                <a:spcPts val="3463"/>
              </a:lnSpc>
              <a:spcAft>
                <a:spcPts val="775"/>
              </a:spcAft>
              <a:tabLst>
                <a:tab pos="403225" algn="l"/>
                <a:tab pos="811213" algn="l"/>
                <a:tab pos="1219200" algn="l"/>
                <a:tab pos="1627188" algn="l"/>
                <a:tab pos="2033588" algn="l"/>
                <a:tab pos="2443163" algn="l"/>
                <a:tab pos="2849563" algn="l"/>
                <a:tab pos="3255963" algn="l"/>
                <a:tab pos="3663950" algn="l"/>
                <a:tab pos="4071938" algn="l"/>
                <a:tab pos="4478338" algn="l"/>
                <a:tab pos="4886325" algn="l"/>
                <a:tab pos="5294313" algn="l"/>
                <a:tab pos="5702300" algn="l"/>
                <a:tab pos="6108700" algn="l"/>
                <a:tab pos="6516688" algn="l"/>
                <a:tab pos="6924675" algn="l"/>
                <a:tab pos="7331075" algn="l"/>
                <a:tab pos="7739063" algn="l"/>
                <a:tab pos="8147050" algn="l"/>
              </a:tabLst>
            </a:pPr>
            <a:r>
              <a:rPr lang="en-GB" dirty="0">
                <a:latin typeface="Century Schoolbook L"/>
              </a:rPr>
              <a:t>Almost all compilers allow the use of the traditional header files</a:t>
            </a:r>
          </a:p>
          <a:p>
            <a:pPr eaLnBrk="1" hangingPunct="1">
              <a:lnSpc>
                <a:spcPct val="124000"/>
              </a:lnSpc>
              <a:spcAft>
                <a:spcPts val="775"/>
              </a:spcAft>
              <a:tabLst>
                <a:tab pos="403225" algn="l"/>
                <a:tab pos="811213" algn="l"/>
                <a:tab pos="1219200" algn="l"/>
                <a:tab pos="1627188" algn="l"/>
                <a:tab pos="2033588" algn="l"/>
                <a:tab pos="2443163" algn="l"/>
                <a:tab pos="2849563" algn="l"/>
                <a:tab pos="3255963" algn="l"/>
                <a:tab pos="3663950" algn="l"/>
                <a:tab pos="4071938" algn="l"/>
                <a:tab pos="4478338" algn="l"/>
                <a:tab pos="4886325" algn="l"/>
                <a:tab pos="5294313" algn="l"/>
                <a:tab pos="5702300" algn="l"/>
                <a:tab pos="6108700" algn="l"/>
                <a:tab pos="6516688" algn="l"/>
                <a:tab pos="6924675" algn="l"/>
                <a:tab pos="7331075" algn="l"/>
                <a:tab pos="7739063" algn="l"/>
                <a:tab pos="8147050" algn="l"/>
              </a:tabLst>
            </a:pPr>
            <a:r>
              <a:rPr lang="en-GB" dirty="0">
                <a:latin typeface="Century Schoolbook L"/>
              </a:rPr>
              <a:t>ANSI standard has completely redesigned these libraries using </a:t>
            </a:r>
            <a:r>
              <a:rPr lang="en-GB" dirty="0">
                <a:solidFill>
                  <a:srgbClr val="C00000"/>
                </a:solidFill>
                <a:latin typeface="Century Schoolbook L"/>
              </a:rPr>
              <a:t>templates</a:t>
            </a:r>
            <a:r>
              <a:rPr lang="en-GB" dirty="0">
                <a:latin typeface="Century Schoolbook L"/>
              </a:rPr>
              <a:t> features</a:t>
            </a:r>
          </a:p>
          <a:p>
            <a:pPr eaLnBrk="1" hangingPunct="1">
              <a:lnSpc>
                <a:spcPct val="124000"/>
              </a:lnSpc>
              <a:spcAft>
                <a:spcPts val="775"/>
              </a:spcAft>
              <a:tabLst>
                <a:tab pos="403225" algn="l"/>
                <a:tab pos="811213" algn="l"/>
                <a:tab pos="1219200" algn="l"/>
                <a:tab pos="1627188" algn="l"/>
                <a:tab pos="2033588" algn="l"/>
                <a:tab pos="2443163" algn="l"/>
                <a:tab pos="2849563" algn="l"/>
                <a:tab pos="3255963" algn="l"/>
                <a:tab pos="3663950" algn="l"/>
                <a:tab pos="4071938" algn="l"/>
                <a:tab pos="4478338" algn="l"/>
                <a:tab pos="4886325" algn="l"/>
                <a:tab pos="5294313" algn="l"/>
                <a:tab pos="5702300" algn="l"/>
                <a:tab pos="6108700" algn="l"/>
                <a:tab pos="6516688" algn="l"/>
                <a:tab pos="6924675" algn="l"/>
                <a:tab pos="7331075" algn="l"/>
                <a:tab pos="7739063" algn="l"/>
                <a:tab pos="8147050" algn="l"/>
              </a:tabLst>
            </a:pPr>
            <a:r>
              <a:rPr lang="en-GB" dirty="0">
                <a:latin typeface="Century Schoolbook L"/>
              </a:rPr>
              <a:t>All functions and variables are declared under the </a:t>
            </a:r>
            <a:r>
              <a:rPr lang="en-GB" b="1" dirty="0">
                <a:latin typeface="Courier 10 Pitch"/>
              </a:rPr>
              <a:t>namespace “</a:t>
            </a:r>
            <a:r>
              <a:rPr lang="en-GB" b="1" dirty="0" err="1">
                <a:latin typeface="Courier 10 Pitch"/>
              </a:rPr>
              <a:t>std</a:t>
            </a:r>
            <a:r>
              <a:rPr lang="en-GB" b="1" dirty="0">
                <a:latin typeface="Courier 10 Pitch"/>
              </a:rPr>
              <a:t>”</a:t>
            </a:r>
          </a:p>
          <a:p>
            <a:pPr eaLnBrk="1" hangingPunct="1">
              <a:lnSpc>
                <a:spcPct val="124000"/>
              </a:lnSpc>
              <a:spcAft>
                <a:spcPts val="775"/>
              </a:spcAft>
              <a:tabLst>
                <a:tab pos="403225" algn="l"/>
                <a:tab pos="811213" algn="l"/>
                <a:tab pos="1219200" algn="l"/>
                <a:tab pos="1627188" algn="l"/>
                <a:tab pos="2033588" algn="l"/>
                <a:tab pos="2443163" algn="l"/>
                <a:tab pos="2849563" algn="l"/>
                <a:tab pos="3255963" algn="l"/>
                <a:tab pos="3663950" algn="l"/>
                <a:tab pos="4071938" algn="l"/>
                <a:tab pos="4478338" algn="l"/>
                <a:tab pos="4886325" algn="l"/>
                <a:tab pos="5294313" algn="l"/>
                <a:tab pos="5702300" algn="l"/>
                <a:tab pos="6108700" algn="l"/>
                <a:tab pos="6516688" algn="l"/>
                <a:tab pos="6924675" algn="l"/>
                <a:tab pos="7331075" algn="l"/>
                <a:tab pos="7739063" algn="l"/>
                <a:tab pos="8147050" algn="l"/>
              </a:tabLst>
            </a:pPr>
            <a:r>
              <a:rPr lang="en-GB" dirty="0">
                <a:latin typeface="Century Schoolbook L"/>
              </a:rPr>
              <a:t>the new names for these “headers”  are basically the same for C++, but without the “</a:t>
            </a:r>
            <a:r>
              <a:rPr lang="en-GB" b="1" dirty="0">
                <a:latin typeface="Courier 10 Pitch"/>
              </a:rPr>
              <a:t>.h</a:t>
            </a:r>
            <a:r>
              <a:rPr lang="en-GB" dirty="0">
                <a:latin typeface="Century Schoolbook L"/>
              </a:rPr>
              <a:t>”</a:t>
            </a:r>
          </a:p>
        </p:txBody>
      </p:sp>
      <p:sp>
        <p:nvSpPr>
          <p:cNvPr id="8196" name="Slide Number Placeholder 1"/>
          <p:cNvSpPr>
            <a:spLocks noGrp="1"/>
          </p:cNvSpPr>
          <p:nvPr>
            <p:ph type="sldNum" sz="quarter" idx="12"/>
          </p:nvPr>
        </p:nvSpPr>
        <p:spPr bwMode="auto">
          <a:noFill/>
          <a:ln>
            <a:round/>
            <a:headEnd/>
            <a:tailEnd/>
          </a:ln>
          <a:extLst>
            <a:ext uri="{909E8E84-426E-40DD-AFC4-6F175D3DCCD1}">
              <a14:hiddenFill xmlns:a14="http://schemas.microsoft.com/office/drawing/2010/main">
                <a:solidFill>
                  <a:srgbClr val="FFFFFF"/>
                </a:solidFill>
              </a14:hiddenFill>
            </a:ext>
          </a:extLst>
        </p:spPr>
        <p:txBody>
          <a:bodyPr wrap="square" numCol="1" anchorCtr="0" compatLnSpc="1">
            <a:prstTxWarp prst="textNoShape">
              <a:avLst/>
            </a:prstTxWarp>
          </a:bodyPr>
          <a:lstStyle/>
          <a:p>
            <a:fld id="{2A55D644-5F2B-4C39-97FE-27BE912FA438}" type="slidenum">
              <a:rPr lang="en-US" altLang="zh-TW" smtClean="0"/>
              <a:pPr/>
              <a:t>15</a:t>
            </a:fld>
            <a:endParaRPr lang="en-US" altLang="zh-TW"/>
          </a:p>
        </p:txBody>
      </p:sp>
    </p:spTree>
    <p:extLst>
      <p:ext uri="{BB962C8B-B14F-4D97-AF65-F5344CB8AC3E}">
        <p14:creationId xmlns:p14="http://schemas.microsoft.com/office/powerpoint/2010/main" val="3629813038"/>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fill="hold" nodeType="clickEffect">
                                  <p:stCondLst>
                                    <p:cond delay="0"/>
                                  </p:stCondLst>
                                  <p:childTnLst>
                                    <p:set>
                                      <p:cBhvr additive="repl">
                                        <p:cTn id="6" dur="1" fill="hold">
                                          <p:stCondLst>
                                            <p:cond delay="0"/>
                                          </p:stCondLst>
                                        </p:cTn>
                                        <p:tgtEl>
                                          <p:spTgt spid="10242">
                                            <p:txEl>
                                              <p:pRg st="2" end="2"/>
                                            </p:txEl>
                                          </p:spTgt>
                                        </p:tgtEl>
                                        <p:attrNameLst>
                                          <p:attrName>style.visibility</p:attrName>
                                        </p:attrNameLst>
                                      </p:cBhvr>
                                      <p:to>
                                        <p:strVal val="visible"/>
                                      </p:to>
                                    </p:set>
                                  </p:childTnLst>
                                </p:cTn>
                              </p:par>
                              <p:par>
                                <p:cTn id="7" presetID="1" presetClass="entr" fill="hold" nodeType="withEffect">
                                  <p:stCondLst>
                                    <p:cond delay="0"/>
                                  </p:stCondLst>
                                  <p:childTnLst>
                                    <p:set>
                                      <p:cBhvr additive="repl">
                                        <p:cTn id="8" dur="1" fill="hold">
                                          <p:stCondLst>
                                            <p:cond delay="0"/>
                                          </p:stCondLst>
                                        </p:cTn>
                                        <p:tgtEl>
                                          <p:spTgt spid="1024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1202267" y="50207"/>
            <a:ext cx="7772400" cy="1462088"/>
          </a:xfrm>
        </p:spPr>
        <p:txBody>
          <a:bodyPr anchor="ctr"/>
          <a:lstStyle/>
          <a:p>
            <a:pPr eaLnBrk="1" fontAlgn="auto" hangingPunct="1">
              <a:spcAft>
                <a:spcPts val="0"/>
              </a:spcAft>
              <a:defRPr/>
            </a:pPr>
            <a:r>
              <a:rPr lang="en-US" altLang="zh-TW" b="1" dirty="0">
                <a:ea typeface="+mj-ea"/>
              </a:rPr>
              <a:t>Namespaces </a:t>
            </a:r>
          </a:p>
        </p:txBody>
      </p:sp>
      <p:sp>
        <p:nvSpPr>
          <p:cNvPr id="9219" name="Rectangle 3"/>
          <p:cNvSpPr>
            <a:spLocks noGrp="1" noChangeArrowheads="1"/>
          </p:cNvSpPr>
          <p:nvPr>
            <p:ph idx="1"/>
          </p:nvPr>
        </p:nvSpPr>
        <p:spPr>
          <a:xfrm>
            <a:off x="373276" y="1512295"/>
            <a:ext cx="11285324" cy="4370345"/>
          </a:xfrm>
        </p:spPr>
        <p:txBody>
          <a:bodyPr>
            <a:normAutofit/>
          </a:bodyPr>
          <a:lstStyle/>
          <a:p>
            <a:pPr eaLnBrk="1" hangingPunct="1">
              <a:lnSpc>
                <a:spcPct val="150000"/>
              </a:lnSpc>
            </a:pPr>
            <a:r>
              <a:rPr lang="en-US" altLang="zh-TW" dirty="0"/>
              <a:t>Namespaces are used to prevent name conflicts</a:t>
            </a:r>
          </a:p>
          <a:p>
            <a:pPr eaLnBrk="1" hangingPunct="1">
              <a:lnSpc>
                <a:spcPct val="150000"/>
              </a:lnSpc>
            </a:pPr>
            <a:r>
              <a:rPr lang="en-US" altLang="zh-TW" dirty="0"/>
              <a:t>Namespace </a:t>
            </a:r>
            <a:r>
              <a:rPr lang="en-US" altLang="zh-TW" b="1" dirty="0" err="1"/>
              <a:t>std</a:t>
            </a:r>
            <a:r>
              <a:rPr lang="en-US" altLang="zh-TW" dirty="0"/>
              <a:t> is used routinely to cover the standard C++ definitions, declarations, and so on for standard C++ library</a:t>
            </a:r>
          </a:p>
          <a:p>
            <a:pPr eaLnBrk="1" hangingPunct="1">
              <a:lnSpc>
                <a:spcPct val="150000"/>
              </a:lnSpc>
            </a:pPr>
            <a:r>
              <a:rPr lang="en-US" altLang="zh-TW" dirty="0"/>
              <a:t>The </a:t>
            </a:r>
            <a:r>
              <a:rPr lang="en-US" altLang="zh-TW" b="1" dirty="0"/>
              <a:t>using</a:t>
            </a:r>
            <a:r>
              <a:rPr lang="en-US" altLang="zh-TW" dirty="0"/>
              <a:t> directive is equivalent to using a declaration for each item in a namespace</a:t>
            </a:r>
          </a:p>
        </p:txBody>
      </p:sp>
      <p:sp>
        <p:nvSpPr>
          <p:cNvPr id="9220" name="Slide Number Placeholder 5"/>
          <p:cNvSpPr>
            <a:spLocks noGrp="1"/>
          </p:cNvSpPr>
          <p:nvPr>
            <p:ph type="sldNum" sz="quarter" idx="12"/>
          </p:nvPr>
        </p:nvSpPr>
        <p:spPr bwMode="auto">
          <a:noFill/>
          <a:ln>
            <a:round/>
            <a:headEnd/>
            <a:tailEnd/>
          </a:ln>
          <a:extLst>
            <a:ext uri="{909E8E84-426E-40DD-AFC4-6F175D3DCCD1}">
              <a14:hiddenFill xmlns:a14="http://schemas.microsoft.com/office/drawing/2010/main">
                <a:solidFill>
                  <a:srgbClr val="FFFFFF"/>
                </a:solidFill>
              </a14:hiddenFill>
            </a:ext>
          </a:extLst>
        </p:spPr>
        <p:txBody>
          <a:bodyPr wrap="square" numCol="1" anchorCtr="0" compatLnSpc="1">
            <a:prstTxWarp prst="textNoShape">
              <a:avLst/>
            </a:prstTxWarp>
          </a:bodyPr>
          <a:lstStyle/>
          <a:p>
            <a:fld id="{DD15370B-7495-4682-B39A-212A98EBB17C}" type="slidenum">
              <a:rPr lang="en-US" altLang="zh-TW" smtClean="0"/>
              <a:pPr/>
              <a:t>16</a:t>
            </a:fld>
            <a:endParaRPr lang="en-US" altLang="zh-TW"/>
          </a:p>
        </p:txBody>
      </p:sp>
    </p:spTree>
    <p:extLst>
      <p:ext uri="{BB962C8B-B14F-4D97-AF65-F5344CB8AC3E}">
        <p14:creationId xmlns:p14="http://schemas.microsoft.com/office/powerpoint/2010/main" val="1461310754"/>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2351584" y="116632"/>
            <a:ext cx="7848872" cy="1204912"/>
          </a:xfrm>
        </p:spPr>
        <p:txBody>
          <a:bodyPr anchor="ctr"/>
          <a:lstStyle/>
          <a:p>
            <a:pPr eaLnBrk="1" fontAlgn="auto" hangingPunct="1">
              <a:spcAft>
                <a:spcPts val="0"/>
              </a:spcAft>
              <a:defRPr/>
            </a:pPr>
            <a:r>
              <a:rPr lang="en-US" altLang="zh-TW" dirty="0">
                <a:ea typeface="+mj-ea"/>
              </a:rPr>
              <a:t>Header Files</a:t>
            </a:r>
          </a:p>
        </p:txBody>
      </p:sp>
      <p:sp>
        <p:nvSpPr>
          <p:cNvPr id="10243" name="Rectangle 3"/>
          <p:cNvSpPr>
            <a:spLocks noGrp="1" noChangeArrowheads="1"/>
          </p:cNvSpPr>
          <p:nvPr>
            <p:ph idx="1"/>
          </p:nvPr>
        </p:nvSpPr>
        <p:spPr>
          <a:xfrm>
            <a:off x="864295" y="1700808"/>
            <a:ext cx="10559441" cy="4680942"/>
          </a:xfrm>
        </p:spPr>
        <p:txBody>
          <a:bodyPr/>
          <a:lstStyle/>
          <a:p>
            <a:pPr eaLnBrk="1" hangingPunct="1">
              <a:lnSpc>
                <a:spcPct val="90000"/>
              </a:lnSpc>
            </a:pPr>
            <a:r>
              <a:rPr lang="en-US" altLang="zh-TW" dirty="0"/>
              <a:t>Header files are used for declarations</a:t>
            </a:r>
          </a:p>
          <a:p>
            <a:pPr eaLnBrk="1" hangingPunct="1">
              <a:lnSpc>
                <a:spcPct val="90000"/>
              </a:lnSpc>
            </a:pPr>
            <a:r>
              <a:rPr lang="en-US" altLang="zh-TW" dirty="0"/>
              <a:t>Header files can be included for using their corresponding .</a:t>
            </a:r>
            <a:r>
              <a:rPr lang="en-US" altLang="zh-TW" dirty="0" err="1"/>
              <a:t>cpp</a:t>
            </a:r>
            <a:r>
              <a:rPr lang="en-US" altLang="zh-TW" dirty="0"/>
              <a:t> files</a:t>
            </a:r>
          </a:p>
          <a:p>
            <a:pPr eaLnBrk="1" hangingPunct="1">
              <a:lnSpc>
                <a:spcPct val="90000"/>
              </a:lnSpc>
            </a:pPr>
            <a:r>
              <a:rPr lang="en-US" altLang="zh-TW" dirty="0"/>
              <a:t>Header files can be included in a nested structure</a:t>
            </a:r>
          </a:p>
          <a:p>
            <a:pPr eaLnBrk="1" hangingPunct="1">
              <a:lnSpc>
                <a:spcPct val="90000"/>
              </a:lnSpc>
            </a:pPr>
            <a:r>
              <a:rPr lang="en-US" altLang="zh-TW" dirty="0"/>
              <a:t>Standard C header files have been renamed and placed in namespaces</a:t>
            </a:r>
          </a:p>
          <a:p>
            <a:pPr lvl="1" eaLnBrk="1" hangingPunct="1">
              <a:lnSpc>
                <a:spcPct val="90000"/>
              </a:lnSpc>
            </a:pPr>
            <a:r>
              <a:rPr lang="en-US" altLang="zh-TW" dirty="0"/>
              <a:t>e.g.  </a:t>
            </a:r>
            <a:r>
              <a:rPr lang="en-US" altLang="zh-TW" b="1" dirty="0">
                <a:latin typeface="Courier New" pitchFamily="49" charset="0"/>
              </a:rPr>
              <a:t>&lt;</a:t>
            </a:r>
            <a:r>
              <a:rPr lang="en-US" altLang="zh-TW" b="1" dirty="0" err="1">
                <a:latin typeface="Courier New" pitchFamily="49" charset="0"/>
              </a:rPr>
              <a:t>cstdlib</a:t>
            </a:r>
            <a:r>
              <a:rPr lang="en-US" altLang="zh-TW" b="1" dirty="0">
                <a:latin typeface="Courier New" pitchFamily="49" charset="0"/>
              </a:rPr>
              <a:t>&gt;, &lt;</a:t>
            </a:r>
            <a:r>
              <a:rPr lang="en-US" altLang="zh-TW" b="1" dirty="0" err="1">
                <a:latin typeface="Courier New" pitchFamily="49" charset="0"/>
              </a:rPr>
              <a:t>cctype</a:t>
            </a:r>
            <a:r>
              <a:rPr lang="en-US" altLang="zh-TW" b="1" dirty="0">
                <a:latin typeface="Courier New" pitchFamily="49" charset="0"/>
              </a:rPr>
              <a:t>&gt;,&lt;</a:t>
            </a:r>
            <a:r>
              <a:rPr lang="en-US" altLang="zh-TW" b="1" dirty="0" err="1">
                <a:latin typeface="Courier New" pitchFamily="49" charset="0"/>
              </a:rPr>
              <a:t>cstdio</a:t>
            </a:r>
            <a:r>
              <a:rPr lang="en-US" altLang="zh-TW" b="1" dirty="0">
                <a:latin typeface="Courier New" pitchFamily="49" charset="0"/>
              </a:rPr>
              <a:t>&gt; etc.</a:t>
            </a:r>
          </a:p>
        </p:txBody>
      </p:sp>
      <p:sp>
        <p:nvSpPr>
          <p:cNvPr id="10244" name="Slide Number Placeholder 5"/>
          <p:cNvSpPr>
            <a:spLocks noGrp="1"/>
          </p:cNvSpPr>
          <p:nvPr>
            <p:ph type="sldNum" sz="quarter" idx="12"/>
          </p:nvPr>
        </p:nvSpPr>
        <p:spPr bwMode="auto">
          <a:noFill/>
          <a:ln>
            <a:round/>
            <a:headEnd/>
            <a:tailEnd/>
          </a:ln>
          <a:extLst>
            <a:ext uri="{909E8E84-426E-40DD-AFC4-6F175D3DCCD1}">
              <a14:hiddenFill xmlns:a14="http://schemas.microsoft.com/office/drawing/2010/main">
                <a:solidFill>
                  <a:srgbClr val="FFFFFF"/>
                </a:solidFill>
              </a14:hiddenFill>
            </a:ext>
          </a:extLst>
        </p:spPr>
        <p:txBody>
          <a:bodyPr wrap="square" numCol="1" anchorCtr="0" compatLnSpc="1">
            <a:prstTxWarp prst="textNoShape">
              <a:avLst/>
            </a:prstTxWarp>
          </a:bodyPr>
          <a:lstStyle/>
          <a:p>
            <a:fld id="{2316370C-36B3-4BD0-B041-0EE13991575A}" type="slidenum">
              <a:rPr lang="en-US" altLang="zh-TW" smtClean="0"/>
              <a:pPr/>
              <a:t>17</a:t>
            </a:fld>
            <a:endParaRPr lang="en-US" altLang="zh-TW"/>
          </a:p>
        </p:txBody>
      </p:sp>
    </p:spTree>
    <p:extLst>
      <p:ext uri="{BB962C8B-B14F-4D97-AF65-F5344CB8AC3E}">
        <p14:creationId xmlns:p14="http://schemas.microsoft.com/office/powerpoint/2010/main" val="4016732569"/>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7762" name="Rectangle 2"/>
          <p:cNvSpPr>
            <a:spLocks noGrp="1" noChangeArrowheads="1"/>
          </p:cNvSpPr>
          <p:nvPr>
            <p:ph type="title"/>
          </p:nvPr>
        </p:nvSpPr>
        <p:spPr/>
        <p:txBody>
          <a:bodyPr anchor="ctr"/>
          <a:lstStyle/>
          <a:p>
            <a:pPr eaLnBrk="1" fontAlgn="auto" hangingPunct="1">
              <a:spcAft>
                <a:spcPts val="0"/>
              </a:spcAft>
              <a:defRPr/>
            </a:pPr>
            <a:r>
              <a:rPr lang="en-US" sz="3600" dirty="0"/>
              <a:t>Keyboard &amp; Screen I/O in C++</a:t>
            </a:r>
          </a:p>
        </p:txBody>
      </p:sp>
      <p:sp>
        <p:nvSpPr>
          <p:cNvPr id="13315" name="Rectangle 3"/>
          <p:cNvSpPr>
            <a:spLocks noGrp="1" noChangeArrowheads="1"/>
          </p:cNvSpPr>
          <p:nvPr>
            <p:ph idx="1"/>
          </p:nvPr>
        </p:nvSpPr>
        <p:spPr>
          <a:xfrm>
            <a:off x="298613" y="1701131"/>
            <a:ext cx="11523273" cy="4824536"/>
          </a:xfrm>
        </p:spPr>
        <p:txBody>
          <a:bodyPr>
            <a:normAutofit/>
          </a:bodyPr>
          <a:lstStyle/>
          <a:p>
            <a:pPr eaLnBrk="1" hangingPunct="1">
              <a:lnSpc>
                <a:spcPct val="90000"/>
              </a:lnSpc>
            </a:pPr>
            <a:r>
              <a:rPr lang="en-US" sz="2400" dirty="0"/>
              <a:t>It is perfectly valid to use the same I/O statements in C++ as in C -- The very same </a:t>
            </a:r>
            <a:r>
              <a:rPr lang="en-US" sz="2400" i="1" dirty="0" err="1">
                <a:solidFill>
                  <a:srgbClr val="FF0000"/>
                </a:solidFill>
              </a:rPr>
              <a:t>printf</a:t>
            </a:r>
            <a:r>
              <a:rPr lang="en-US" sz="2400" i="1" dirty="0"/>
              <a:t>, </a:t>
            </a:r>
            <a:r>
              <a:rPr lang="en-US" sz="2400" i="1" dirty="0" err="1">
                <a:solidFill>
                  <a:srgbClr val="FF0000"/>
                </a:solidFill>
              </a:rPr>
              <a:t>scanf</a:t>
            </a:r>
            <a:r>
              <a:rPr lang="en-US" sz="2400" i="1" dirty="0"/>
              <a:t>, </a:t>
            </a:r>
            <a:r>
              <a:rPr lang="en-US" sz="2400" dirty="0"/>
              <a:t>and other</a:t>
            </a:r>
            <a:r>
              <a:rPr lang="en-US" sz="2400" i="1" dirty="0"/>
              <a:t> </a:t>
            </a:r>
            <a:r>
              <a:rPr lang="en-US" sz="2400" i="1" dirty="0" err="1">
                <a:solidFill>
                  <a:srgbClr val="FF0000"/>
                </a:solidFill>
              </a:rPr>
              <a:t>stdio.h</a:t>
            </a:r>
            <a:r>
              <a:rPr lang="en-US" sz="2400" dirty="0"/>
              <a:t> functions that have been used until now.</a:t>
            </a:r>
          </a:p>
          <a:p>
            <a:pPr eaLnBrk="1" hangingPunct="1">
              <a:lnSpc>
                <a:spcPct val="50000"/>
              </a:lnSpc>
            </a:pPr>
            <a:endParaRPr lang="en-US" sz="2400" dirty="0"/>
          </a:p>
          <a:p>
            <a:pPr eaLnBrk="1" hangingPunct="1">
              <a:lnSpc>
                <a:spcPct val="90000"/>
              </a:lnSpc>
            </a:pPr>
            <a:r>
              <a:rPr lang="en-US" sz="2400" dirty="0"/>
              <a:t>However, C++ provides an alternative with the new stream input/output features.  </a:t>
            </a:r>
          </a:p>
          <a:p>
            <a:pPr eaLnBrk="1" hangingPunct="1">
              <a:lnSpc>
                <a:spcPct val="90000"/>
              </a:lnSpc>
            </a:pPr>
            <a:endParaRPr lang="en-US" sz="2400" dirty="0"/>
          </a:p>
          <a:p>
            <a:pPr eaLnBrk="1" hangingPunct="1">
              <a:lnSpc>
                <a:spcPct val="90000"/>
              </a:lnSpc>
              <a:buFontTx/>
              <a:buNone/>
            </a:pPr>
            <a:r>
              <a:rPr lang="en-US" sz="2400" dirty="0"/>
              <a:t>		#include &lt;</a:t>
            </a:r>
            <a:r>
              <a:rPr lang="en-US" sz="2400" dirty="0" err="1"/>
              <a:t>iostream</a:t>
            </a:r>
            <a:r>
              <a:rPr lang="en-US" sz="2400" dirty="0"/>
              <a:t>&gt;	</a:t>
            </a:r>
            <a:r>
              <a:rPr lang="en-US" sz="2400" i="1" dirty="0"/>
              <a:t>// No “.h” on </a:t>
            </a:r>
            <a:r>
              <a:rPr lang="en-US" sz="2400" i="1" dirty="0" err="1"/>
              <a:t>std</a:t>
            </a:r>
            <a:r>
              <a:rPr lang="en-US" sz="2400" i="1" dirty="0"/>
              <a:t> headers</a:t>
            </a:r>
          </a:p>
          <a:p>
            <a:pPr eaLnBrk="1" hangingPunct="1">
              <a:lnSpc>
                <a:spcPct val="90000"/>
              </a:lnSpc>
              <a:buFontTx/>
              <a:buNone/>
            </a:pPr>
            <a:r>
              <a:rPr lang="en-US" sz="2400" dirty="0"/>
              <a:t>		using namespace </a:t>
            </a:r>
            <a:r>
              <a:rPr lang="en-US" sz="2400" dirty="0" err="1"/>
              <a:t>std</a:t>
            </a:r>
            <a:r>
              <a:rPr lang="en-US" sz="2400" dirty="0"/>
              <a:t>;	</a:t>
            </a:r>
            <a:r>
              <a:rPr lang="en-US" sz="2400" i="1" dirty="0"/>
              <a:t>// To avoid things like</a:t>
            </a:r>
          </a:p>
          <a:p>
            <a:pPr eaLnBrk="1" hangingPunct="1">
              <a:lnSpc>
                <a:spcPct val="90000"/>
              </a:lnSpc>
              <a:buFontTx/>
              <a:buNone/>
            </a:pPr>
            <a:r>
              <a:rPr lang="en-US" sz="2400" i="1" dirty="0"/>
              <a:t>						// std::</a:t>
            </a:r>
            <a:r>
              <a:rPr lang="en-US" sz="2400" i="1" dirty="0" err="1"/>
              <a:t>cout</a:t>
            </a:r>
            <a:r>
              <a:rPr lang="en-US" sz="2400" i="1" dirty="0"/>
              <a:t> and std::</a:t>
            </a:r>
            <a:r>
              <a:rPr lang="en-US" sz="2400" i="1" dirty="0" err="1"/>
              <a:t>cin</a:t>
            </a:r>
            <a:endParaRPr lang="en-US" sz="2400" i="1" dirty="0"/>
          </a:p>
          <a:p>
            <a:pPr lvl="1" eaLnBrk="1" hangingPunct="1">
              <a:buNone/>
            </a:pPr>
            <a:r>
              <a:rPr lang="en-US" dirty="0" err="1">
                <a:solidFill>
                  <a:srgbClr val="FF0000"/>
                </a:solidFill>
              </a:rPr>
              <a:t>cin</a:t>
            </a:r>
            <a:r>
              <a:rPr lang="en-US" dirty="0"/>
              <a:t>	// Used for keyboard input (std::</a:t>
            </a:r>
            <a:r>
              <a:rPr lang="en-US" dirty="0" err="1"/>
              <a:t>cin</a:t>
            </a:r>
            <a:r>
              <a:rPr lang="en-US" dirty="0"/>
              <a:t>)</a:t>
            </a:r>
          </a:p>
          <a:p>
            <a:pPr lvl="1" eaLnBrk="1" hangingPunct="1">
              <a:buNone/>
            </a:pPr>
            <a:r>
              <a:rPr lang="en-US" dirty="0" err="1">
                <a:solidFill>
                  <a:srgbClr val="FF0000"/>
                </a:solidFill>
              </a:rPr>
              <a:t>cout</a:t>
            </a:r>
            <a:r>
              <a:rPr lang="en-US" dirty="0"/>
              <a:t>	// Used for screen output (std::</a:t>
            </a:r>
            <a:r>
              <a:rPr lang="en-US" dirty="0" err="1"/>
              <a:t>cout</a:t>
            </a:r>
            <a:r>
              <a:rPr lang="en-US" dirty="0"/>
              <a:t>)</a:t>
            </a:r>
          </a:p>
          <a:p>
            <a:pPr eaLnBrk="1" hangingPunct="1">
              <a:lnSpc>
                <a:spcPct val="90000"/>
              </a:lnSpc>
              <a:buFontTx/>
              <a:buNone/>
            </a:pPr>
            <a:endParaRPr lang="en-US" sz="2400" i="1" dirty="0"/>
          </a:p>
        </p:txBody>
      </p:sp>
      <p:sp>
        <p:nvSpPr>
          <p:cNvPr id="13316" name="Slide Number Placeholder 1"/>
          <p:cNvSpPr>
            <a:spLocks noGrp="1"/>
          </p:cNvSpPr>
          <p:nvPr>
            <p:ph type="sldNum" sz="quarter" idx="12"/>
          </p:nvPr>
        </p:nvSpPr>
        <p:spPr bwMode="auto">
          <a:noFill/>
          <a:ln>
            <a:round/>
            <a:headEnd/>
            <a:tailEnd/>
          </a:ln>
          <a:extLst>
            <a:ext uri="{909E8E84-426E-40DD-AFC4-6F175D3DCCD1}">
              <a14:hiddenFill xmlns:a14="http://schemas.microsoft.com/office/drawing/2010/main">
                <a:solidFill>
                  <a:srgbClr val="FFFFFF"/>
                </a:solidFill>
              </a14:hiddenFill>
            </a:ext>
          </a:extLst>
        </p:spPr>
        <p:txBody>
          <a:bodyPr wrap="square" numCol="1" anchorCtr="0" compatLnSpc="1">
            <a:prstTxWarp prst="textNoShape">
              <a:avLst/>
            </a:prstTxWarp>
          </a:bodyPr>
          <a:lstStyle/>
          <a:p>
            <a:fld id="{C592AFF8-BCF8-4327-AF2F-A470E7F32DB4}" type="slidenum">
              <a:rPr lang="en-US" altLang="zh-TW" smtClean="0"/>
              <a:pPr/>
              <a:t>18</a:t>
            </a:fld>
            <a:endParaRPr lang="en-US" altLang="zh-TW"/>
          </a:p>
        </p:txBody>
      </p:sp>
    </p:spTree>
    <p:extLst>
      <p:ext uri="{BB962C8B-B14F-4D97-AF65-F5344CB8AC3E}">
        <p14:creationId xmlns:p14="http://schemas.microsoft.com/office/powerpoint/2010/main" val="24853703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6738" name="Rectangle 2"/>
          <p:cNvSpPr>
            <a:spLocks noGrp="1" noChangeArrowheads="1"/>
          </p:cNvSpPr>
          <p:nvPr>
            <p:ph type="title"/>
          </p:nvPr>
        </p:nvSpPr>
        <p:spPr/>
        <p:txBody>
          <a:bodyPr anchor="ctr"/>
          <a:lstStyle/>
          <a:p>
            <a:pPr eaLnBrk="1" fontAlgn="auto" hangingPunct="1">
              <a:spcAft>
                <a:spcPts val="0"/>
              </a:spcAft>
              <a:defRPr/>
            </a:pPr>
            <a:r>
              <a:rPr lang="en-US" sz="3600" dirty="0"/>
              <a:t>Keyboard &amp; Screen I/O in C++</a:t>
            </a:r>
          </a:p>
        </p:txBody>
      </p:sp>
      <p:sp>
        <p:nvSpPr>
          <p:cNvPr id="14339" name="Rectangle 3"/>
          <p:cNvSpPr>
            <a:spLocks noGrp="1" noChangeArrowheads="1"/>
          </p:cNvSpPr>
          <p:nvPr>
            <p:ph idx="1"/>
          </p:nvPr>
        </p:nvSpPr>
        <p:spPr>
          <a:xfrm>
            <a:off x="651353" y="1828801"/>
            <a:ext cx="10863314" cy="3852863"/>
          </a:xfrm>
        </p:spPr>
        <p:txBody>
          <a:bodyPr>
            <a:normAutofit/>
          </a:bodyPr>
          <a:lstStyle/>
          <a:p>
            <a:pPr eaLnBrk="1" hangingPunct="1"/>
            <a:r>
              <a:rPr lang="en-US" dirty="0"/>
              <a:t>Several new I/O objects available when you include the </a:t>
            </a:r>
            <a:r>
              <a:rPr lang="en-US" dirty="0" err="1">
                <a:solidFill>
                  <a:srgbClr val="FF0000"/>
                </a:solidFill>
              </a:rPr>
              <a:t>iostream</a:t>
            </a:r>
            <a:r>
              <a:rPr lang="en-US" dirty="0"/>
              <a:t> header file.  Two important ones are:</a:t>
            </a:r>
          </a:p>
          <a:p>
            <a:pPr eaLnBrk="1" hangingPunct="1">
              <a:lnSpc>
                <a:spcPct val="40000"/>
              </a:lnSpc>
            </a:pPr>
            <a:endParaRPr lang="en-US" dirty="0"/>
          </a:p>
          <a:p>
            <a:pPr lvl="1" eaLnBrk="1" hangingPunct="1"/>
            <a:r>
              <a:rPr lang="en-US" dirty="0" err="1">
                <a:solidFill>
                  <a:srgbClr val="FF0000"/>
                </a:solidFill>
              </a:rPr>
              <a:t>cin</a:t>
            </a:r>
            <a:r>
              <a:rPr lang="en-US" dirty="0"/>
              <a:t>	// Used for keyboard input (</a:t>
            </a:r>
            <a:r>
              <a:rPr lang="en-US" dirty="0" err="1"/>
              <a:t>std</a:t>
            </a:r>
            <a:r>
              <a:rPr lang="en-US" dirty="0"/>
              <a:t>::</a:t>
            </a:r>
            <a:r>
              <a:rPr lang="en-US" dirty="0" err="1"/>
              <a:t>cin</a:t>
            </a:r>
            <a:r>
              <a:rPr lang="en-US" dirty="0"/>
              <a:t>)</a:t>
            </a:r>
          </a:p>
          <a:p>
            <a:pPr lvl="1" eaLnBrk="1" hangingPunct="1"/>
            <a:r>
              <a:rPr lang="en-US" dirty="0" err="1">
                <a:solidFill>
                  <a:srgbClr val="FF0000"/>
                </a:solidFill>
              </a:rPr>
              <a:t>cout</a:t>
            </a:r>
            <a:r>
              <a:rPr lang="en-US" dirty="0"/>
              <a:t>	// Used for screen output (</a:t>
            </a:r>
            <a:r>
              <a:rPr lang="en-US" dirty="0" err="1"/>
              <a:t>std</a:t>
            </a:r>
            <a:r>
              <a:rPr lang="en-US" dirty="0"/>
              <a:t>::</a:t>
            </a:r>
            <a:r>
              <a:rPr lang="en-US" dirty="0" err="1"/>
              <a:t>cout</a:t>
            </a:r>
            <a:r>
              <a:rPr lang="en-US" dirty="0"/>
              <a:t>)</a:t>
            </a:r>
          </a:p>
          <a:p>
            <a:pPr eaLnBrk="1" hangingPunct="1">
              <a:lnSpc>
                <a:spcPct val="60000"/>
              </a:lnSpc>
            </a:pPr>
            <a:endParaRPr lang="en-US" dirty="0"/>
          </a:p>
          <a:p>
            <a:pPr eaLnBrk="1" hangingPunct="1"/>
            <a:r>
              <a:rPr lang="en-US" dirty="0"/>
              <a:t>Both </a:t>
            </a:r>
            <a:r>
              <a:rPr lang="en-US" i="1" dirty="0" err="1">
                <a:solidFill>
                  <a:srgbClr val="FF0000"/>
                </a:solidFill>
              </a:rPr>
              <a:t>cin</a:t>
            </a:r>
            <a:r>
              <a:rPr lang="en-US" dirty="0"/>
              <a:t> and </a:t>
            </a:r>
            <a:r>
              <a:rPr lang="en-US" i="1" dirty="0" err="1">
                <a:solidFill>
                  <a:srgbClr val="FF0000"/>
                </a:solidFill>
              </a:rPr>
              <a:t>cout</a:t>
            </a:r>
            <a:r>
              <a:rPr lang="en-US" dirty="0"/>
              <a:t> can be combined with other member functions for a wide variety of special I/O capabilities in program applications.</a:t>
            </a:r>
          </a:p>
        </p:txBody>
      </p:sp>
      <p:sp>
        <p:nvSpPr>
          <p:cNvPr id="14340" name="Slide Number Placeholder 1"/>
          <p:cNvSpPr>
            <a:spLocks noGrp="1"/>
          </p:cNvSpPr>
          <p:nvPr>
            <p:ph type="sldNum" sz="quarter" idx="12"/>
          </p:nvPr>
        </p:nvSpPr>
        <p:spPr bwMode="auto">
          <a:noFill/>
          <a:ln>
            <a:round/>
            <a:headEnd/>
            <a:tailEnd/>
          </a:ln>
          <a:extLst>
            <a:ext uri="{909E8E84-426E-40DD-AFC4-6F175D3DCCD1}">
              <a14:hiddenFill xmlns:a14="http://schemas.microsoft.com/office/drawing/2010/main">
                <a:solidFill>
                  <a:srgbClr val="FFFFFF"/>
                </a:solidFill>
              </a14:hiddenFill>
            </a:ext>
          </a:extLst>
        </p:spPr>
        <p:txBody>
          <a:bodyPr wrap="square" numCol="1" anchorCtr="0" compatLnSpc="1">
            <a:prstTxWarp prst="textNoShape">
              <a:avLst/>
            </a:prstTxWarp>
          </a:bodyPr>
          <a:lstStyle/>
          <a:p>
            <a:fld id="{A6C53F08-7881-47E6-8EA8-DBF6F3FE1D8F}" type="slidenum">
              <a:rPr lang="en-US" altLang="zh-TW" smtClean="0"/>
              <a:pPr/>
              <a:t>19</a:t>
            </a:fld>
            <a:endParaRPr lang="en-US" altLang="zh-TW"/>
          </a:p>
        </p:txBody>
      </p:sp>
    </p:spTree>
    <p:extLst>
      <p:ext uri="{BB962C8B-B14F-4D97-AF65-F5344CB8AC3E}">
        <p14:creationId xmlns:p14="http://schemas.microsoft.com/office/powerpoint/2010/main" val="2558455832"/>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5954" name="Rectangle 1026"/>
          <p:cNvSpPr>
            <a:spLocks noGrp="1" noChangeArrowheads="1"/>
          </p:cNvSpPr>
          <p:nvPr>
            <p:ph type="title"/>
          </p:nvPr>
        </p:nvSpPr>
        <p:spPr/>
        <p:txBody>
          <a:bodyPr anchor="ctr"/>
          <a:lstStyle/>
          <a:p>
            <a:pPr eaLnBrk="1" fontAlgn="auto" hangingPunct="1">
              <a:spcAft>
                <a:spcPts val="0"/>
              </a:spcAft>
              <a:defRPr/>
            </a:pPr>
            <a:r>
              <a:rPr lang="en-US" sz="3600" dirty="0"/>
              <a:t>Keyboard &amp; Screen I/O in C++</a:t>
            </a:r>
          </a:p>
        </p:txBody>
      </p:sp>
      <p:sp>
        <p:nvSpPr>
          <p:cNvPr id="15363" name="Rectangle 1027"/>
          <p:cNvSpPr>
            <a:spLocks noGrp="1" noChangeArrowheads="1"/>
          </p:cNvSpPr>
          <p:nvPr>
            <p:ph idx="1"/>
          </p:nvPr>
        </p:nvSpPr>
        <p:spPr>
          <a:xfrm>
            <a:off x="774990" y="1890564"/>
            <a:ext cx="10739677" cy="4567386"/>
          </a:xfrm>
        </p:spPr>
        <p:txBody>
          <a:bodyPr>
            <a:normAutofit/>
          </a:bodyPr>
          <a:lstStyle/>
          <a:p>
            <a:pPr eaLnBrk="1" hangingPunct="1">
              <a:lnSpc>
                <a:spcPct val="90000"/>
              </a:lnSpc>
            </a:pPr>
            <a:r>
              <a:rPr lang="en-US" dirty="0"/>
              <a:t>Since </a:t>
            </a:r>
            <a:r>
              <a:rPr lang="en-US" dirty="0" err="1">
                <a:solidFill>
                  <a:srgbClr val="FF0000"/>
                </a:solidFill>
              </a:rPr>
              <a:t>cin</a:t>
            </a:r>
            <a:r>
              <a:rPr lang="en-US" dirty="0">
                <a:solidFill>
                  <a:srgbClr val="FF0000"/>
                </a:solidFill>
              </a:rPr>
              <a:t> </a:t>
            </a:r>
            <a:r>
              <a:rPr lang="en-US" dirty="0"/>
              <a:t>and </a:t>
            </a:r>
            <a:r>
              <a:rPr lang="en-US" dirty="0" err="1">
                <a:solidFill>
                  <a:srgbClr val="FF0000"/>
                </a:solidFill>
              </a:rPr>
              <a:t>cout</a:t>
            </a:r>
            <a:r>
              <a:rPr lang="en-US" dirty="0"/>
              <a:t> are C++ objects, they are somewhat "intelligent":</a:t>
            </a:r>
          </a:p>
          <a:p>
            <a:pPr lvl="1" eaLnBrk="1" hangingPunct="1">
              <a:lnSpc>
                <a:spcPct val="90000"/>
              </a:lnSpc>
            </a:pPr>
            <a:r>
              <a:rPr lang="en-US" dirty="0"/>
              <a:t>They </a:t>
            </a:r>
            <a:r>
              <a:rPr lang="en-US" b="1" dirty="0">
                <a:solidFill>
                  <a:srgbClr val="C00000"/>
                </a:solidFill>
              </a:rPr>
              <a:t>do not</a:t>
            </a:r>
            <a:r>
              <a:rPr lang="en-US" dirty="0"/>
              <a:t> require the usual format strings and conversion specifications.</a:t>
            </a:r>
          </a:p>
          <a:p>
            <a:pPr lvl="1" eaLnBrk="1" hangingPunct="1">
              <a:lnSpc>
                <a:spcPct val="90000"/>
              </a:lnSpc>
            </a:pPr>
            <a:r>
              <a:rPr lang="en-US" dirty="0"/>
              <a:t>They </a:t>
            </a:r>
            <a:r>
              <a:rPr lang="en-US" b="1" dirty="0">
                <a:solidFill>
                  <a:srgbClr val="C00000"/>
                </a:solidFill>
              </a:rPr>
              <a:t>do</a:t>
            </a:r>
            <a:r>
              <a:rPr lang="en-US" dirty="0"/>
              <a:t> automatically know what data types are involved.</a:t>
            </a:r>
          </a:p>
          <a:p>
            <a:pPr lvl="1" eaLnBrk="1" hangingPunct="1">
              <a:lnSpc>
                <a:spcPct val="90000"/>
              </a:lnSpc>
            </a:pPr>
            <a:r>
              <a:rPr lang="en-US" dirty="0"/>
              <a:t>They </a:t>
            </a:r>
            <a:r>
              <a:rPr lang="en-US" b="1" dirty="0">
                <a:solidFill>
                  <a:srgbClr val="C00000"/>
                </a:solidFill>
              </a:rPr>
              <a:t>do not </a:t>
            </a:r>
            <a:r>
              <a:rPr lang="en-US" dirty="0"/>
              <a:t>need the address operator, &amp;.</a:t>
            </a:r>
          </a:p>
          <a:p>
            <a:pPr lvl="1" eaLnBrk="1" hangingPunct="1">
              <a:lnSpc>
                <a:spcPct val="90000"/>
              </a:lnSpc>
            </a:pPr>
            <a:r>
              <a:rPr lang="en-US" dirty="0"/>
              <a:t>They </a:t>
            </a:r>
            <a:r>
              <a:rPr lang="en-US" b="1" dirty="0">
                <a:solidFill>
                  <a:srgbClr val="C00000"/>
                </a:solidFill>
              </a:rPr>
              <a:t>do</a:t>
            </a:r>
            <a:r>
              <a:rPr lang="en-US" dirty="0"/>
              <a:t> require the use of the stream extraction ( &gt;&gt; ) and insertion ( &lt;&lt; ) operators.</a:t>
            </a:r>
          </a:p>
          <a:p>
            <a:pPr eaLnBrk="1" hangingPunct="1">
              <a:lnSpc>
                <a:spcPct val="90000"/>
              </a:lnSpc>
            </a:pPr>
            <a:r>
              <a:rPr lang="en-US" dirty="0"/>
              <a:t>The next slide shows an example of the use of </a:t>
            </a:r>
            <a:r>
              <a:rPr lang="en-US" dirty="0" err="1">
                <a:solidFill>
                  <a:srgbClr val="FF0000"/>
                </a:solidFill>
              </a:rPr>
              <a:t>cin</a:t>
            </a:r>
            <a:r>
              <a:rPr lang="en-US" dirty="0">
                <a:solidFill>
                  <a:srgbClr val="FF0000"/>
                </a:solidFill>
              </a:rPr>
              <a:t> </a:t>
            </a:r>
            <a:r>
              <a:rPr lang="en-US" dirty="0"/>
              <a:t>and </a:t>
            </a:r>
            <a:r>
              <a:rPr lang="en-US" dirty="0" err="1">
                <a:solidFill>
                  <a:srgbClr val="FF0000"/>
                </a:solidFill>
              </a:rPr>
              <a:t>cout</a:t>
            </a:r>
            <a:r>
              <a:rPr lang="en-US" dirty="0"/>
              <a:t>.  </a:t>
            </a:r>
          </a:p>
        </p:txBody>
      </p:sp>
      <p:sp>
        <p:nvSpPr>
          <p:cNvPr id="15364" name="Slide Number Placeholder 1"/>
          <p:cNvSpPr>
            <a:spLocks noGrp="1"/>
          </p:cNvSpPr>
          <p:nvPr>
            <p:ph type="sldNum" sz="quarter" idx="12"/>
          </p:nvPr>
        </p:nvSpPr>
        <p:spPr bwMode="auto">
          <a:noFill/>
          <a:ln>
            <a:round/>
            <a:headEnd/>
            <a:tailEnd/>
          </a:ln>
          <a:extLst>
            <a:ext uri="{909E8E84-426E-40DD-AFC4-6F175D3DCCD1}">
              <a14:hiddenFill xmlns:a14="http://schemas.microsoft.com/office/drawing/2010/main">
                <a:solidFill>
                  <a:srgbClr val="FFFFFF"/>
                </a:solidFill>
              </a14:hiddenFill>
            </a:ext>
          </a:extLst>
        </p:spPr>
        <p:txBody>
          <a:bodyPr wrap="square" numCol="1" anchorCtr="0" compatLnSpc="1">
            <a:prstTxWarp prst="textNoShape">
              <a:avLst/>
            </a:prstTxWarp>
          </a:bodyPr>
          <a:lstStyle/>
          <a:p>
            <a:fld id="{B6C85C8E-7A5A-4EDB-9B4C-00A3E46F1128}" type="slidenum">
              <a:rPr lang="en-US" altLang="zh-TW" smtClean="0"/>
              <a:pPr/>
              <a:t>20</a:t>
            </a:fld>
            <a:endParaRPr lang="en-US" altLang="zh-TW"/>
          </a:p>
        </p:txBody>
      </p:sp>
    </p:spTree>
    <p:extLst>
      <p:ext uri="{BB962C8B-B14F-4D97-AF65-F5344CB8AC3E}">
        <p14:creationId xmlns:p14="http://schemas.microsoft.com/office/powerpoint/2010/main" val="857501276"/>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075" name="Rectangle 1026"/>
          <p:cNvSpPr>
            <a:spLocks noGrp="1" noChangeArrowheads="1"/>
          </p:cNvSpPr>
          <p:nvPr>
            <p:ph type="title"/>
          </p:nvPr>
        </p:nvSpPr>
        <p:spPr>
          <a:xfrm>
            <a:off x="1930400" y="228600"/>
            <a:ext cx="8630096" cy="1143000"/>
          </a:xfrm>
        </p:spPr>
        <p:txBody>
          <a:bodyPr/>
          <a:lstStyle/>
          <a:p>
            <a:r>
              <a:rPr lang="en-GB" sz="3600" dirty="0"/>
              <a:t>What else are we doing today?</a:t>
            </a:r>
          </a:p>
        </p:txBody>
      </p:sp>
      <p:sp>
        <p:nvSpPr>
          <p:cNvPr id="3076" name="Rectangle 1027"/>
          <p:cNvSpPr>
            <a:spLocks noGrp="1" noChangeArrowheads="1"/>
          </p:cNvSpPr>
          <p:nvPr>
            <p:ph idx="1"/>
          </p:nvPr>
        </p:nvSpPr>
        <p:spPr>
          <a:xfrm>
            <a:off x="1905000" y="1885950"/>
            <a:ext cx="4724400" cy="4171950"/>
          </a:xfrm>
        </p:spPr>
        <p:txBody>
          <a:bodyPr/>
          <a:lstStyle/>
          <a:p>
            <a:r>
              <a:rPr lang="en-GB" dirty="0"/>
              <a:t>Introduction of:</a:t>
            </a:r>
          </a:p>
          <a:p>
            <a:pPr lvl="1"/>
            <a:r>
              <a:rPr lang="en-GB" dirty="0"/>
              <a:t>Objects</a:t>
            </a:r>
          </a:p>
          <a:p>
            <a:pPr lvl="1"/>
            <a:r>
              <a:rPr lang="en-GB" dirty="0"/>
              <a:t>Basic Terminology</a:t>
            </a:r>
          </a:p>
          <a:p>
            <a:pPr lvl="1"/>
            <a:r>
              <a:rPr lang="en-GB" dirty="0"/>
              <a:t>C</a:t>
            </a:r>
            <a:r>
              <a:rPr lang="en-GB"/>
              <a:t>++ Concepts</a:t>
            </a:r>
            <a:endParaRPr lang="en-GB" dirty="0"/>
          </a:p>
        </p:txBody>
      </p:sp>
      <p:sp>
        <p:nvSpPr>
          <p:cNvPr id="3074" name="Slide Number Placeholder 5"/>
          <p:cNvSpPr>
            <a:spLocks noGrp="1"/>
          </p:cNvSpPr>
          <p:nvPr>
            <p:ph type="sldNum" sz="quarter" idx="12"/>
          </p:nvPr>
        </p:nvSpPr>
        <p:spPr>
          <a:noFill/>
        </p:spPr>
        <p:txBody>
          <a:bodyPr/>
          <a:lstStyle>
            <a:lvl1pPr>
              <a:defRPr sz="3200">
                <a:solidFill>
                  <a:schemeClr val="tx1"/>
                </a:solidFill>
                <a:latin typeface="Tahoma" pitchFamily="34" charset="0"/>
              </a:defRPr>
            </a:lvl1pPr>
            <a:lvl2pPr marL="742950" indent="-285750">
              <a:defRPr sz="3200">
                <a:solidFill>
                  <a:schemeClr val="tx1"/>
                </a:solidFill>
                <a:latin typeface="Tahoma" pitchFamily="34" charset="0"/>
              </a:defRPr>
            </a:lvl2pPr>
            <a:lvl3pPr marL="1143000" indent="-228600">
              <a:defRPr sz="3200">
                <a:solidFill>
                  <a:schemeClr val="tx1"/>
                </a:solidFill>
                <a:latin typeface="Tahoma" pitchFamily="34" charset="0"/>
              </a:defRPr>
            </a:lvl3pPr>
            <a:lvl4pPr marL="1600200" indent="-228600">
              <a:defRPr sz="3200">
                <a:solidFill>
                  <a:schemeClr val="tx1"/>
                </a:solidFill>
                <a:latin typeface="Tahoma" pitchFamily="34" charset="0"/>
              </a:defRPr>
            </a:lvl4pPr>
            <a:lvl5pPr marL="2057400" indent="-228600">
              <a:defRPr sz="3200">
                <a:solidFill>
                  <a:schemeClr val="tx1"/>
                </a:solidFill>
                <a:latin typeface="Tahoma" pitchFamily="34" charset="0"/>
              </a:defRPr>
            </a:lvl5pPr>
            <a:lvl6pPr marL="2514600" indent="-228600" eaLnBrk="0" fontAlgn="base" hangingPunct="0">
              <a:spcBef>
                <a:spcPct val="0"/>
              </a:spcBef>
              <a:spcAft>
                <a:spcPct val="0"/>
              </a:spcAft>
              <a:defRPr sz="3200">
                <a:solidFill>
                  <a:schemeClr val="tx1"/>
                </a:solidFill>
                <a:latin typeface="Tahoma" pitchFamily="34" charset="0"/>
              </a:defRPr>
            </a:lvl6pPr>
            <a:lvl7pPr marL="2971800" indent="-228600" eaLnBrk="0" fontAlgn="base" hangingPunct="0">
              <a:spcBef>
                <a:spcPct val="0"/>
              </a:spcBef>
              <a:spcAft>
                <a:spcPct val="0"/>
              </a:spcAft>
              <a:defRPr sz="3200">
                <a:solidFill>
                  <a:schemeClr val="tx1"/>
                </a:solidFill>
                <a:latin typeface="Tahoma" pitchFamily="34" charset="0"/>
              </a:defRPr>
            </a:lvl7pPr>
            <a:lvl8pPr marL="3429000" indent="-228600" eaLnBrk="0" fontAlgn="base" hangingPunct="0">
              <a:spcBef>
                <a:spcPct val="0"/>
              </a:spcBef>
              <a:spcAft>
                <a:spcPct val="0"/>
              </a:spcAft>
              <a:defRPr sz="3200">
                <a:solidFill>
                  <a:schemeClr val="tx1"/>
                </a:solidFill>
                <a:latin typeface="Tahoma" pitchFamily="34" charset="0"/>
              </a:defRPr>
            </a:lvl8pPr>
            <a:lvl9pPr marL="3886200" indent="-228600" eaLnBrk="0" fontAlgn="base" hangingPunct="0">
              <a:spcBef>
                <a:spcPct val="0"/>
              </a:spcBef>
              <a:spcAft>
                <a:spcPct val="0"/>
              </a:spcAft>
              <a:defRPr sz="3200">
                <a:solidFill>
                  <a:schemeClr val="tx1"/>
                </a:solidFill>
                <a:latin typeface="Tahoma" pitchFamily="34" charset="0"/>
              </a:defRPr>
            </a:lvl9pPr>
          </a:lstStyle>
          <a:p>
            <a:fld id="{F09691B3-EE74-4A65-9858-13D7F0BC08D4}" type="slidenum">
              <a:rPr lang="en-US" sz="1400">
                <a:solidFill>
                  <a:schemeClr val="bg2"/>
                </a:solidFill>
                <a:latin typeface="Arial" charset="0"/>
              </a:rPr>
              <a:pPr/>
              <a:t>21</a:t>
            </a:fld>
            <a:endParaRPr lang="en-US" sz="1400">
              <a:solidFill>
                <a:schemeClr val="bg2"/>
              </a:solidFill>
              <a:latin typeface="Arial" charset="0"/>
            </a:endParaRPr>
          </a:p>
        </p:txBody>
      </p:sp>
      <p:pic>
        <p:nvPicPr>
          <p:cNvPr id="3077" name="Picture 1029" descr="U:\objori\legos.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39201" y="3429000"/>
            <a:ext cx="145732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8" name="Picture 1030" descr="U:\objori\Present.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29600" y="2051050"/>
            <a:ext cx="1371600" cy="996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9" name="Picture 1031" descr="U:\objori\strou.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915401" y="4800600"/>
            <a:ext cx="930275"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0" name="Picture 1032" descr="U:\objori\contract.gif"/>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086600" y="4953000"/>
            <a:ext cx="1066800" cy="104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837970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87E9F3A-B885-42D9-9DFE-FC98E0C34B5E}"/>
              </a:ext>
            </a:extLst>
          </p:cNvPr>
          <p:cNvPicPr>
            <a:picLocks noChangeAspect="1"/>
          </p:cNvPicPr>
          <p:nvPr/>
        </p:nvPicPr>
        <p:blipFill>
          <a:blip r:embed="rId2"/>
          <a:stretch>
            <a:fillRect/>
          </a:stretch>
        </p:blipFill>
        <p:spPr>
          <a:xfrm>
            <a:off x="1367044" y="1752600"/>
            <a:ext cx="8477250" cy="4933950"/>
          </a:xfrm>
          <a:prstGeom prst="rect">
            <a:avLst/>
          </a:prstGeom>
        </p:spPr>
      </p:pic>
      <p:sp>
        <p:nvSpPr>
          <p:cNvPr id="2" name="Title 1">
            <a:extLst>
              <a:ext uri="{FF2B5EF4-FFF2-40B4-BE49-F238E27FC236}">
                <a16:creationId xmlns:a16="http://schemas.microsoft.com/office/drawing/2014/main" id="{D6D24683-F02C-4ABB-BDEC-F73D09C2F98C}"/>
              </a:ext>
            </a:extLst>
          </p:cNvPr>
          <p:cNvSpPr>
            <a:spLocks noGrp="1"/>
          </p:cNvSpPr>
          <p:nvPr>
            <p:ph type="title"/>
          </p:nvPr>
        </p:nvSpPr>
        <p:spPr/>
        <p:txBody>
          <a:bodyPr/>
          <a:lstStyle/>
          <a:p>
            <a:r>
              <a:rPr lang="en-US" dirty="0"/>
              <a:t>Object Oriented Programming Concepts</a:t>
            </a:r>
            <a:endParaRPr lang="en-IN" dirty="0"/>
          </a:p>
        </p:txBody>
      </p:sp>
      <p:sp>
        <p:nvSpPr>
          <p:cNvPr id="4" name="Slide Number Placeholder 3">
            <a:extLst>
              <a:ext uri="{FF2B5EF4-FFF2-40B4-BE49-F238E27FC236}">
                <a16:creationId xmlns:a16="http://schemas.microsoft.com/office/drawing/2014/main" id="{85D2C8EC-DFCD-48A2-8E80-4E96325BAC5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ct val="50000"/>
              </a:spcBef>
              <a:spcAft>
                <a:spcPts val="0"/>
              </a:spcAft>
              <a:buClrTx/>
              <a:buSzTx/>
              <a:buFontTx/>
              <a:buNone/>
              <a:tabLst/>
              <a:defRPr/>
            </a:pPr>
            <a:fld id="{E56F27F4-0200-4E0E-8236-FA34A582AE03}" type="slidenum">
              <a:rPr kumimoji="0" lang="en-US" sz="1400" b="0" i="0" u="none" strike="noStrike" kern="1200" cap="none" spc="0" normalizeH="0" baseline="0" noProof="0" smtClean="0">
                <a:ln>
                  <a:noFill/>
                </a:ln>
                <a:solidFill>
                  <a:srgbClr val="5E574E"/>
                </a:solidFill>
                <a:effectLst/>
                <a:uLnTx/>
                <a:uFillTx/>
                <a:latin typeface="Arial" pitchFamily="34" charset="0"/>
                <a:ea typeface="+mn-ea"/>
                <a:cs typeface="+mn-cs"/>
              </a:rPr>
              <a:pPr marL="0" marR="0" lvl="0" indent="0" algn="r" defTabSz="914400" rtl="0" eaLnBrk="1" fontAlgn="auto" latinLnBrk="0" hangingPunct="1">
                <a:lnSpc>
                  <a:spcPct val="100000"/>
                </a:lnSpc>
                <a:spcBef>
                  <a:spcPct val="50000"/>
                </a:spcBef>
                <a:spcAft>
                  <a:spcPts val="0"/>
                </a:spcAft>
                <a:buClrTx/>
                <a:buSzTx/>
                <a:buFontTx/>
                <a:buNone/>
                <a:tabLst/>
                <a:defRPr/>
              </a:pPr>
              <a:t>22</a:t>
            </a:fld>
            <a:endParaRPr kumimoji="0" lang="en-US" sz="1400" b="0" i="0" u="none" strike="noStrike" kern="1200" cap="none" spc="0" normalizeH="0" baseline="0" noProof="0">
              <a:ln>
                <a:noFill/>
              </a:ln>
              <a:solidFill>
                <a:srgbClr val="5E574E"/>
              </a:solidFill>
              <a:effectLst/>
              <a:uLnTx/>
              <a:uFillTx/>
              <a:latin typeface="Arial" pitchFamily="34" charset="0"/>
              <a:ea typeface="+mn-ea"/>
              <a:cs typeface="+mn-cs"/>
            </a:endParaRPr>
          </a:p>
        </p:txBody>
      </p:sp>
      <p:sp>
        <p:nvSpPr>
          <p:cNvPr id="7" name="TextBox 6">
            <a:extLst>
              <a:ext uri="{FF2B5EF4-FFF2-40B4-BE49-F238E27FC236}">
                <a16:creationId xmlns:a16="http://schemas.microsoft.com/office/drawing/2014/main" id="{37586CF6-66B4-4538-8D9E-1A91ACDB3BC6}"/>
              </a:ext>
            </a:extLst>
          </p:cNvPr>
          <p:cNvSpPr txBox="1"/>
          <p:nvPr/>
        </p:nvSpPr>
        <p:spPr>
          <a:xfrm>
            <a:off x="0" y="6629400"/>
            <a:ext cx="1889620"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lumMod val="65000"/>
                  </a:srgbClr>
                </a:solidFill>
                <a:effectLst/>
                <a:uLnTx/>
                <a:uFillTx/>
                <a:latin typeface="Tahoma"/>
                <a:ea typeface="+mn-ea"/>
                <a:cs typeface="+mn-cs"/>
              </a:rPr>
              <a:t>Source: Wattpad.com</a:t>
            </a:r>
            <a:endParaRPr kumimoji="0" lang="en-IN" sz="1400" b="0" i="0" u="none" strike="noStrike" kern="1200" cap="none" spc="0" normalizeH="0" baseline="0" noProof="0" dirty="0">
              <a:ln>
                <a:noFill/>
              </a:ln>
              <a:solidFill>
                <a:srgbClr val="FFFFFF">
                  <a:lumMod val="65000"/>
                </a:srgbClr>
              </a:solidFill>
              <a:effectLst/>
              <a:uLnTx/>
              <a:uFillTx/>
              <a:latin typeface="Tahoma"/>
              <a:ea typeface="+mn-ea"/>
              <a:cs typeface="+mn-cs"/>
            </a:endParaRPr>
          </a:p>
        </p:txBody>
      </p:sp>
      <p:pic>
        <p:nvPicPr>
          <p:cNvPr id="8" name="Picture 7">
            <a:extLst>
              <a:ext uri="{FF2B5EF4-FFF2-40B4-BE49-F238E27FC236}">
                <a16:creationId xmlns:a16="http://schemas.microsoft.com/office/drawing/2014/main" id="{BD84A049-12D9-4ABA-8062-BA84204A5B89}"/>
              </a:ext>
            </a:extLst>
          </p:cNvPr>
          <p:cNvPicPr>
            <a:picLocks noChangeAspect="1"/>
          </p:cNvPicPr>
          <p:nvPr/>
        </p:nvPicPr>
        <p:blipFill>
          <a:blip r:embed="rId3"/>
          <a:stretch>
            <a:fillRect/>
          </a:stretch>
        </p:blipFill>
        <p:spPr>
          <a:xfrm>
            <a:off x="2545752" y="3880713"/>
            <a:ext cx="1171575" cy="1771650"/>
          </a:xfrm>
          <a:prstGeom prst="rect">
            <a:avLst/>
          </a:prstGeom>
        </p:spPr>
      </p:pic>
      <p:pic>
        <p:nvPicPr>
          <p:cNvPr id="11" name="Picture 10">
            <a:extLst>
              <a:ext uri="{FF2B5EF4-FFF2-40B4-BE49-F238E27FC236}">
                <a16:creationId xmlns:a16="http://schemas.microsoft.com/office/drawing/2014/main" id="{939ED91B-D44B-4DE2-AB79-E00DE65508FF}"/>
              </a:ext>
            </a:extLst>
          </p:cNvPr>
          <p:cNvPicPr>
            <a:picLocks noChangeAspect="1"/>
          </p:cNvPicPr>
          <p:nvPr/>
        </p:nvPicPr>
        <p:blipFill>
          <a:blip r:embed="rId4"/>
          <a:stretch>
            <a:fillRect/>
          </a:stretch>
        </p:blipFill>
        <p:spPr>
          <a:xfrm>
            <a:off x="7356109" y="3908460"/>
            <a:ext cx="1171575" cy="1752600"/>
          </a:xfrm>
          <a:prstGeom prst="rect">
            <a:avLst/>
          </a:prstGeom>
        </p:spPr>
      </p:pic>
      <p:pic>
        <p:nvPicPr>
          <p:cNvPr id="12" name="Picture 11">
            <a:extLst>
              <a:ext uri="{FF2B5EF4-FFF2-40B4-BE49-F238E27FC236}">
                <a16:creationId xmlns:a16="http://schemas.microsoft.com/office/drawing/2014/main" id="{2E8C915D-18EB-4A04-98F6-08F6CC4A0B77}"/>
              </a:ext>
            </a:extLst>
          </p:cNvPr>
          <p:cNvPicPr>
            <a:picLocks noChangeAspect="1"/>
          </p:cNvPicPr>
          <p:nvPr/>
        </p:nvPicPr>
        <p:blipFill>
          <a:blip r:embed="rId5"/>
          <a:stretch>
            <a:fillRect/>
          </a:stretch>
        </p:blipFill>
        <p:spPr>
          <a:xfrm>
            <a:off x="4128259" y="3908460"/>
            <a:ext cx="1152525" cy="1762125"/>
          </a:xfrm>
          <a:prstGeom prst="rect">
            <a:avLst/>
          </a:prstGeom>
        </p:spPr>
      </p:pic>
      <p:pic>
        <p:nvPicPr>
          <p:cNvPr id="13" name="Picture 12">
            <a:extLst>
              <a:ext uri="{FF2B5EF4-FFF2-40B4-BE49-F238E27FC236}">
                <a16:creationId xmlns:a16="http://schemas.microsoft.com/office/drawing/2014/main" id="{86A0F374-D5CE-4DAB-A3A5-66F4F1F56DC3}"/>
              </a:ext>
            </a:extLst>
          </p:cNvPr>
          <p:cNvPicPr>
            <a:picLocks noChangeAspect="1"/>
          </p:cNvPicPr>
          <p:nvPr/>
        </p:nvPicPr>
        <p:blipFill>
          <a:blip r:embed="rId6"/>
          <a:stretch>
            <a:fillRect/>
          </a:stretch>
        </p:blipFill>
        <p:spPr>
          <a:xfrm>
            <a:off x="5766447" y="3917985"/>
            <a:ext cx="1143000" cy="1743075"/>
          </a:xfrm>
          <a:prstGeom prst="rect">
            <a:avLst/>
          </a:prstGeom>
        </p:spPr>
      </p:pic>
    </p:spTree>
    <p:extLst>
      <p:ext uri="{BB962C8B-B14F-4D97-AF65-F5344CB8AC3E}">
        <p14:creationId xmlns:p14="http://schemas.microsoft.com/office/powerpoint/2010/main" val="242832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CD5C7-5E07-4EDC-ABAF-40B7F2A86CEC}"/>
              </a:ext>
            </a:extLst>
          </p:cNvPr>
          <p:cNvSpPr>
            <a:spLocks noGrp="1"/>
          </p:cNvSpPr>
          <p:nvPr>
            <p:ph type="title"/>
          </p:nvPr>
        </p:nvSpPr>
        <p:spPr/>
        <p:txBody>
          <a:bodyPr/>
          <a:lstStyle/>
          <a:p>
            <a:r>
              <a:rPr lang="en-US" dirty="0" err="1"/>
              <a:t>Encapuslation</a:t>
            </a:r>
            <a:endParaRPr lang="en-IN" dirty="0"/>
          </a:p>
        </p:txBody>
      </p:sp>
      <p:sp>
        <p:nvSpPr>
          <p:cNvPr id="3" name="Slide Number Placeholder 2">
            <a:extLst>
              <a:ext uri="{FF2B5EF4-FFF2-40B4-BE49-F238E27FC236}">
                <a16:creationId xmlns:a16="http://schemas.microsoft.com/office/drawing/2014/main" id="{01076135-819A-4F53-9C03-D6C9A47333F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ct val="50000"/>
              </a:spcBef>
              <a:spcAft>
                <a:spcPts val="0"/>
              </a:spcAft>
              <a:buClrTx/>
              <a:buSzTx/>
              <a:buFontTx/>
              <a:buNone/>
              <a:tabLst/>
              <a:defRPr/>
            </a:pPr>
            <a:fld id="{AC8D2E04-DE5A-4C67-9B26-76BEF26F6857}" type="slidenum">
              <a:rPr kumimoji="0" lang="en-US" sz="1400" b="0" i="0" u="none" strike="noStrike" kern="1200" cap="none" spc="0" normalizeH="0" baseline="0" noProof="0" smtClean="0">
                <a:ln>
                  <a:noFill/>
                </a:ln>
                <a:solidFill>
                  <a:srgbClr val="5E574E"/>
                </a:solidFill>
                <a:effectLst/>
                <a:uLnTx/>
                <a:uFillTx/>
                <a:latin typeface="Arial" pitchFamily="34" charset="0"/>
                <a:ea typeface="+mn-ea"/>
                <a:cs typeface="+mn-cs"/>
              </a:rPr>
              <a:pPr marL="0" marR="0" lvl="0" indent="0" algn="r" defTabSz="914400" rtl="0" eaLnBrk="1" fontAlgn="auto" latinLnBrk="0" hangingPunct="1">
                <a:lnSpc>
                  <a:spcPct val="100000"/>
                </a:lnSpc>
                <a:spcBef>
                  <a:spcPct val="50000"/>
                </a:spcBef>
                <a:spcAft>
                  <a:spcPts val="0"/>
                </a:spcAft>
                <a:buClrTx/>
                <a:buSzTx/>
                <a:buFontTx/>
                <a:buNone/>
                <a:tabLst/>
                <a:defRPr/>
              </a:pPr>
              <a:t>23</a:t>
            </a:fld>
            <a:endParaRPr kumimoji="0" lang="en-US" sz="1400" b="0" i="0" u="none" strike="noStrike" kern="1200" cap="none" spc="0" normalizeH="0" baseline="0" noProof="0">
              <a:ln>
                <a:noFill/>
              </a:ln>
              <a:solidFill>
                <a:srgbClr val="5E574E"/>
              </a:solidFill>
              <a:effectLst/>
              <a:uLnTx/>
              <a:uFillTx/>
              <a:latin typeface="Arial" pitchFamily="34" charset="0"/>
              <a:ea typeface="+mn-ea"/>
              <a:cs typeface="+mn-cs"/>
            </a:endParaRPr>
          </a:p>
        </p:txBody>
      </p:sp>
      <p:pic>
        <p:nvPicPr>
          <p:cNvPr id="2050" name="Picture 2" descr="Medicine PNG HD Image | PNG All">
            <a:extLst>
              <a:ext uri="{FF2B5EF4-FFF2-40B4-BE49-F238E27FC236}">
                <a16:creationId xmlns:a16="http://schemas.microsoft.com/office/drawing/2014/main" id="{627643F5-733D-476C-8404-154BA4A59B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1391478" y="2188266"/>
            <a:ext cx="4091402" cy="3792888"/>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44105D65-59F5-4278-BE69-980AE6324A17}"/>
              </a:ext>
            </a:extLst>
          </p:cNvPr>
          <p:cNvPicPr>
            <a:picLocks noChangeAspect="1"/>
          </p:cNvPicPr>
          <p:nvPr/>
        </p:nvPicPr>
        <p:blipFill>
          <a:blip r:embed="rId3"/>
          <a:stretch>
            <a:fillRect/>
          </a:stretch>
        </p:blipFill>
        <p:spPr>
          <a:xfrm rot="19988619" flipH="1">
            <a:off x="6554638" y="2652684"/>
            <a:ext cx="4600575" cy="3095625"/>
          </a:xfrm>
          <a:prstGeom prst="rect">
            <a:avLst/>
          </a:prstGeom>
        </p:spPr>
      </p:pic>
      <p:sp>
        <p:nvSpPr>
          <p:cNvPr id="5" name="TextBox 4">
            <a:extLst>
              <a:ext uri="{FF2B5EF4-FFF2-40B4-BE49-F238E27FC236}">
                <a16:creationId xmlns:a16="http://schemas.microsoft.com/office/drawing/2014/main" id="{C43DD777-9C92-46D4-B474-7CA8F19D6966}"/>
              </a:ext>
            </a:extLst>
          </p:cNvPr>
          <p:cNvSpPr txBox="1"/>
          <p:nvPr/>
        </p:nvSpPr>
        <p:spPr>
          <a:xfrm rot="19202880">
            <a:off x="6465538" y="2425526"/>
            <a:ext cx="1855305"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0000"/>
                </a:solidFill>
                <a:effectLst/>
                <a:uLnTx/>
                <a:uFillTx/>
                <a:latin typeface="Tahoma"/>
                <a:ea typeface="+mn-ea"/>
                <a:cs typeface="+mn-cs"/>
              </a:rPr>
              <a:t>Class</a:t>
            </a:r>
            <a:endParaRPr kumimoji="0" lang="en-IN" sz="1800" b="1" i="0" u="none" strike="noStrike" kern="1200" cap="none" spc="0" normalizeH="0" baseline="0" noProof="0" dirty="0">
              <a:ln>
                <a:noFill/>
              </a:ln>
              <a:solidFill>
                <a:srgbClr val="000000"/>
              </a:solidFill>
              <a:effectLst/>
              <a:uLnTx/>
              <a:uFillTx/>
              <a:latin typeface="Tahoma"/>
              <a:ea typeface="+mn-ea"/>
              <a:cs typeface="+mn-cs"/>
            </a:endParaRPr>
          </a:p>
        </p:txBody>
      </p:sp>
      <p:sp>
        <p:nvSpPr>
          <p:cNvPr id="12" name="TextBox 11">
            <a:extLst>
              <a:ext uri="{FF2B5EF4-FFF2-40B4-BE49-F238E27FC236}">
                <a16:creationId xmlns:a16="http://schemas.microsoft.com/office/drawing/2014/main" id="{550083CE-D90B-4887-8634-B1F577EC2DBD}"/>
              </a:ext>
            </a:extLst>
          </p:cNvPr>
          <p:cNvSpPr txBox="1"/>
          <p:nvPr/>
        </p:nvSpPr>
        <p:spPr>
          <a:xfrm rot="18847662">
            <a:off x="8239934" y="5304012"/>
            <a:ext cx="2197653"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Tahoma"/>
                <a:ea typeface="+mn-ea"/>
                <a:cs typeface="+mn-cs"/>
              </a:rPr>
              <a:t>Data/Variables</a:t>
            </a:r>
            <a:endParaRPr kumimoji="0" lang="en-IN" sz="1600" b="0" i="0" u="none" strike="noStrike" kern="1200" cap="none" spc="0" normalizeH="0" baseline="0" noProof="0" dirty="0">
              <a:ln>
                <a:noFill/>
              </a:ln>
              <a:solidFill>
                <a:srgbClr val="000000"/>
              </a:solidFill>
              <a:effectLst/>
              <a:uLnTx/>
              <a:uFillTx/>
              <a:latin typeface="Tahoma"/>
              <a:ea typeface="+mn-ea"/>
              <a:cs typeface="+mn-cs"/>
            </a:endParaRPr>
          </a:p>
        </p:txBody>
      </p:sp>
      <p:sp>
        <p:nvSpPr>
          <p:cNvPr id="13" name="TextBox 12">
            <a:extLst>
              <a:ext uri="{FF2B5EF4-FFF2-40B4-BE49-F238E27FC236}">
                <a16:creationId xmlns:a16="http://schemas.microsoft.com/office/drawing/2014/main" id="{10851C6B-971E-4045-B631-8E9E7DCF1BF0}"/>
              </a:ext>
            </a:extLst>
          </p:cNvPr>
          <p:cNvSpPr txBox="1"/>
          <p:nvPr/>
        </p:nvSpPr>
        <p:spPr>
          <a:xfrm rot="18848974">
            <a:off x="9816809" y="3464255"/>
            <a:ext cx="2392465"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Tahoma"/>
                <a:ea typeface="+mn-ea"/>
                <a:cs typeface="+mn-cs"/>
              </a:rPr>
              <a:t>Functions/Methods</a:t>
            </a:r>
            <a:endParaRPr kumimoji="0" lang="en-IN" sz="1600" b="0" i="0" u="none" strike="noStrike" kern="1200" cap="none" spc="0" normalizeH="0" baseline="0" noProof="0" dirty="0">
              <a:ln>
                <a:noFill/>
              </a:ln>
              <a:solidFill>
                <a:srgbClr val="000000"/>
              </a:solidFill>
              <a:effectLst/>
              <a:uLnTx/>
              <a:uFillTx/>
              <a:latin typeface="Tahoma"/>
              <a:ea typeface="+mn-ea"/>
              <a:cs typeface="+mn-cs"/>
            </a:endParaRPr>
          </a:p>
        </p:txBody>
      </p:sp>
      <p:sp>
        <p:nvSpPr>
          <p:cNvPr id="9" name="Right Brace 8">
            <a:extLst>
              <a:ext uri="{FF2B5EF4-FFF2-40B4-BE49-F238E27FC236}">
                <a16:creationId xmlns:a16="http://schemas.microsoft.com/office/drawing/2014/main" id="{0667DE3E-E6E3-4540-9C31-9CB360E28322}"/>
              </a:ext>
            </a:extLst>
          </p:cNvPr>
          <p:cNvSpPr/>
          <p:nvPr/>
        </p:nvSpPr>
        <p:spPr bwMode="auto">
          <a:xfrm rot="13878680">
            <a:off x="7574096" y="1482990"/>
            <a:ext cx="571584" cy="2939970"/>
          </a:xfrm>
          <a:prstGeom prst="rightBrace">
            <a:avLst>
              <a:gd name="adj1" fmla="val 0"/>
              <a:gd name="adj2" fmla="val 50000"/>
            </a:avLst>
          </a:prstGeom>
          <a:no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3200" b="0" i="0" u="none" strike="noStrike" kern="1200" cap="none" spc="0" normalizeH="0" baseline="0" noProof="0">
              <a:ln>
                <a:noFill/>
              </a:ln>
              <a:solidFill>
                <a:srgbClr val="000000"/>
              </a:solidFill>
              <a:effectLst/>
              <a:uLnTx/>
              <a:uFillTx/>
              <a:latin typeface="Tahoma" pitchFamily="34" charset="0"/>
              <a:ea typeface="+mn-ea"/>
              <a:cs typeface="+mn-cs"/>
            </a:endParaRPr>
          </a:p>
        </p:txBody>
      </p:sp>
    </p:spTree>
    <p:extLst>
      <p:ext uri="{BB962C8B-B14F-4D97-AF65-F5344CB8AC3E}">
        <p14:creationId xmlns:p14="http://schemas.microsoft.com/office/powerpoint/2010/main" val="11570081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B905A-8820-4E0E-BEE8-106D99579084}"/>
              </a:ext>
            </a:extLst>
          </p:cNvPr>
          <p:cNvSpPr>
            <a:spLocks noGrp="1"/>
          </p:cNvSpPr>
          <p:nvPr>
            <p:ph type="title"/>
          </p:nvPr>
        </p:nvSpPr>
        <p:spPr/>
        <p:txBody>
          <a:bodyPr/>
          <a:lstStyle/>
          <a:p>
            <a:r>
              <a:rPr lang="en-US" dirty="0"/>
              <a:t>Abstraction</a:t>
            </a:r>
            <a:endParaRPr lang="en-IN" dirty="0"/>
          </a:p>
        </p:txBody>
      </p:sp>
      <p:sp>
        <p:nvSpPr>
          <p:cNvPr id="3" name="Slide Number Placeholder 2">
            <a:extLst>
              <a:ext uri="{FF2B5EF4-FFF2-40B4-BE49-F238E27FC236}">
                <a16:creationId xmlns:a16="http://schemas.microsoft.com/office/drawing/2014/main" id="{3E1F0F8F-A035-46F2-B566-A07B13B2AEB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ct val="50000"/>
              </a:spcBef>
              <a:spcAft>
                <a:spcPts val="0"/>
              </a:spcAft>
              <a:buClrTx/>
              <a:buSzTx/>
              <a:buFontTx/>
              <a:buNone/>
              <a:tabLst/>
              <a:defRPr/>
            </a:pPr>
            <a:fld id="{AC8D2E04-DE5A-4C67-9B26-76BEF26F6857}" type="slidenum">
              <a:rPr kumimoji="0" lang="en-US" sz="1400" b="0" i="0" u="none" strike="noStrike" kern="1200" cap="none" spc="0" normalizeH="0" baseline="0" noProof="0" smtClean="0">
                <a:ln>
                  <a:noFill/>
                </a:ln>
                <a:solidFill>
                  <a:srgbClr val="5E574E"/>
                </a:solidFill>
                <a:effectLst/>
                <a:uLnTx/>
                <a:uFillTx/>
                <a:latin typeface="Arial" pitchFamily="34" charset="0"/>
                <a:ea typeface="+mn-ea"/>
                <a:cs typeface="+mn-cs"/>
              </a:rPr>
              <a:pPr marL="0" marR="0" lvl="0" indent="0" algn="r" defTabSz="914400" rtl="0" eaLnBrk="1" fontAlgn="auto" latinLnBrk="0" hangingPunct="1">
                <a:lnSpc>
                  <a:spcPct val="100000"/>
                </a:lnSpc>
                <a:spcBef>
                  <a:spcPct val="50000"/>
                </a:spcBef>
                <a:spcAft>
                  <a:spcPts val="0"/>
                </a:spcAft>
                <a:buClrTx/>
                <a:buSzTx/>
                <a:buFontTx/>
                <a:buNone/>
                <a:tabLst/>
                <a:defRPr/>
              </a:pPr>
              <a:t>24</a:t>
            </a:fld>
            <a:endParaRPr kumimoji="0" lang="en-US" sz="1400" b="0" i="0" u="none" strike="noStrike" kern="1200" cap="none" spc="0" normalizeH="0" baseline="0" noProof="0">
              <a:ln>
                <a:noFill/>
              </a:ln>
              <a:solidFill>
                <a:srgbClr val="5E574E"/>
              </a:solidFill>
              <a:effectLst/>
              <a:uLnTx/>
              <a:uFillTx/>
              <a:latin typeface="Arial" pitchFamily="34" charset="0"/>
              <a:ea typeface="+mn-ea"/>
              <a:cs typeface="+mn-cs"/>
            </a:endParaRPr>
          </a:p>
        </p:txBody>
      </p:sp>
      <p:pic>
        <p:nvPicPr>
          <p:cNvPr id="3074" name="Picture 2" descr="OOPS Concept in Java - Rixosys">
            <a:extLst>
              <a:ext uri="{FF2B5EF4-FFF2-40B4-BE49-F238E27FC236}">
                <a16:creationId xmlns:a16="http://schemas.microsoft.com/office/drawing/2014/main" id="{DCC07CDA-1F34-4228-A1ED-E8EF142199D6}"/>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94168" y="1114345"/>
            <a:ext cx="9618134" cy="57436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09253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E4073-B1F8-402D-B204-008C0EEF6A8C}"/>
              </a:ext>
            </a:extLst>
          </p:cNvPr>
          <p:cNvSpPr>
            <a:spLocks noGrp="1"/>
          </p:cNvSpPr>
          <p:nvPr>
            <p:ph type="title"/>
          </p:nvPr>
        </p:nvSpPr>
        <p:spPr>
          <a:xfrm>
            <a:off x="541867" y="228600"/>
            <a:ext cx="10363200" cy="453325"/>
          </a:xfrm>
        </p:spPr>
        <p:txBody>
          <a:bodyPr/>
          <a:lstStyle/>
          <a:p>
            <a:r>
              <a:rPr lang="en-IN" dirty="0"/>
              <a:t>Inheritance</a:t>
            </a:r>
          </a:p>
        </p:txBody>
      </p:sp>
      <p:sp>
        <p:nvSpPr>
          <p:cNvPr id="3" name="Content Placeholder 2">
            <a:extLst>
              <a:ext uri="{FF2B5EF4-FFF2-40B4-BE49-F238E27FC236}">
                <a16:creationId xmlns:a16="http://schemas.microsoft.com/office/drawing/2014/main" id="{489401E3-96B1-430B-8377-406AC7C0F316}"/>
              </a:ext>
            </a:extLst>
          </p:cNvPr>
          <p:cNvSpPr>
            <a:spLocks noGrp="1"/>
          </p:cNvSpPr>
          <p:nvPr>
            <p:ph idx="1"/>
          </p:nvPr>
        </p:nvSpPr>
        <p:spPr>
          <a:xfrm>
            <a:off x="268637" y="681925"/>
            <a:ext cx="11742549" cy="4171950"/>
          </a:xfrm>
        </p:spPr>
        <p:txBody>
          <a:bodyPr/>
          <a:lstStyle/>
          <a:p>
            <a:pPr marL="689460" lvl="2" indent="-145150" defTabSz="516087">
              <a:spcBef>
                <a:spcPts val="0"/>
              </a:spcBef>
              <a:spcAft>
                <a:spcPts val="847"/>
              </a:spcAft>
            </a:pPr>
            <a:r>
              <a:rPr lang="en-US" dirty="0">
                <a:solidFill>
                  <a:srgbClr val="000000"/>
                </a:solidFill>
                <a:latin typeface="Verdana" pitchFamily="34" charset="0"/>
                <a:ea typeface="Verdana" pitchFamily="34" charset="0"/>
                <a:cs typeface="Verdana" pitchFamily="34" charset="0"/>
              </a:rPr>
              <a:t>Process by which one object acquires the properties of another object</a:t>
            </a:r>
          </a:p>
          <a:p>
            <a:endParaRPr lang="en-IN" dirty="0"/>
          </a:p>
        </p:txBody>
      </p:sp>
      <p:sp>
        <p:nvSpPr>
          <p:cNvPr id="4" name="Slide Number Placeholder 3">
            <a:extLst>
              <a:ext uri="{FF2B5EF4-FFF2-40B4-BE49-F238E27FC236}">
                <a16:creationId xmlns:a16="http://schemas.microsoft.com/office/drawing/2014/main" id="{F41DB32A-AC2C-488F-80B6-0109DBEAFF4D}"/>
              </a:ext>
            </a:extLst>
          </p:cNvPr>
          <p:cNvSpPr>
            <a:spLocks noGrp="1"/>
          </p:cNvSpPr>
          <p:nvPr>
            <p:ph type="sldNum" sz="quarter" idx="12"/>
          </p:nvPr>
        </p:nvSpPr>
        <p:spPr/>
        <p:txBody>
          <a:bodyPr/>
          <a:lstStyle/>
          <a:p>
            <a:pPr>
              <a:defRPr/>
            </a:pPr>
            <a:fld id="{E56F27F4-0200-4E0E-8236-FA34A582AE03}" type="slidenum">
              <a:rPr lang="en-US" smtClean="0">
                <a:solidFill>
                  <a:srgbClr val="5E574E"/>
                </a:solidFill>
              </a:rPr>
              <a:pPr>
                <a:defRPr/>
              </a:pPr>
              <a:t>25</a:t>
            </a:fld>
            <a:endParaRPr lang="en-US">
              <a:solidFill>
                <a:srgbClr val="5E574E"/>
              </a:solidFill>
            </a:endParaRPr>
          </a:p>
        </p:txBody>
      </p:sp>
      <p:pic>
        <p:nvPicPr>
          <p:cNvPr id="6" name="Picture 5" descr="inheritance2">
            <a:extLst>
              <a:ext uri="{FF2B5EF4-FFF2-40B4-BE49-F238E27FC236}">
                <a16:creationId xmlns:a16="http://schemas.microsoft.com/office/drawing/2014/main" id="{8A81C1FD-406B-45B7-8C0A-7B41081F6F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9817" y="3265194"/>
            <a:ext cx="7639044" cy="331674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inheritance">
            <a:extLst>
              <a:ext uri="{FF2B5EF4-FFF2-40B4-BE49-F238E27FC236}">
                <a16:creationId xmlns:a16="http://schemas.microsoft.com/office/drawing/2014/main" id="{5041F025-0881-4E06-B3C1-909B5F25B2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0814" y="1713853"/>
            <a:ext cx="6553910" cy="19907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3284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r>
              <a:rPr lang="en-US" sz="3200" kern="1200" dirty="0">
                <a:solidFill>
                  <a:schemeClr val="tx1"/>
                </a:solidFill>
                <a:ea typeface="+mn-ea"/>
                <a:cs typeface="+mn-cs"/>
              </a:rPr>
              <a:t>Polymorphism</a:t>
            </a:r>
          </a:p>
        </p:txBody>
      </p:sp>
      <p:sp>
        <p:nvSpPr>
          <p:cNvPr id="3" name="Content Placeholder 2"/>
          <p:cNvSpPr>
            <a:spLocks noGrp="1"/>
          </p:cNvSpPr>
          <p:nvPr>
            <p:ph idx="1"/>
          </p:nvPr>
        </p:nvSpPr>
        <p:spPr>
          <a:xfrm>
            <a:off x="835026" y="1636951"/>
            <a:ext cx="10515600" cy="4351338"/>
          </a:xfrm>
        </p:spPr>
        <p:txBody>
          <a:bodyPr/>
          <a:lstStyle/>
          <a:p>
            <a:r>
              <a:rPr lang="en-US" sz="2400" dirty="0"/>
              <a:t>Polymorphism means the ability to take more than one form. The behavior depends upon the types of data used in the operation. </a:t>
            </a:r>
          </a:p>
          <a:p>
            <a:endParaRPr lang="en-US" sz="2400" dirty="0"/>
          </a:p>
          <a:p>
            <a:r>
              <a:rPr lang="en-US" sz="2400" dirty="0"/>
              <a:t>This is something similar to a particular word having several different meanings depending on the context. </a:t>
            </a:r>
          </a:p>
          <a:p>
            <a:endParaRPr lang="en-US" dirty="0"/>
          </a:p>
        </p:txBody>
      </p:sp>
      <p:sp>
        <p:nvSpPr>
          <p:cNvPr id="13316"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marL="0" marR="0" lvl="0" indent="0" algn="r" defTabSz="914400" rtl="0" eaLnBrk="1" fontAlgn="auto" latinLnBrk="0" hangingPunct="1">
              <a:lnSpc>
                <a:spcPct val="100000"/>
              </a:lnSpc>
              <a:spcBef>
                <a:spcPct val="50000"/>
              </a:spcBef>
              <a:spcAft>
                <a:spcPts val="0"/>
              </a:spcAft>
              <a:buClrTx/>
              <a:buSzTx/>
              <a:buFontTx/>
              <a:buNone/>
              <a:tabLst/>
              <a:defRPr/>
            </a:pPr>
            <a:fld id="{139867F7-D138-4549-97AA-AEC0BA5DD5B8}" type="slidenum">
              <a:rPr kumimoji="0" lang="en-US" sz="1400" b="0" i="0" u="none" strike="noStrike" kern="1200" cap="none" spc="0" normalizeH="0" baseline="0" noProof="0">
                <a:ln>
                  <a:noFill/>
                </a:ln>
                <a:solidFill>
                  <a:srgbClr val="000000"/>
                </a:solidFill>
                <a:effectLst/>
                <a:uLnTx/>
                <a:uFillTx/>
                <a:latin typeface="Arial" pitchFamily="34" charset="0"/>
                <a:ea typeface="+mn-ea"/>
                <a:cs typeface="+mn-cs"/>
              </a:rPr>
              <a:pPr marL="0" marR="0" lvl="0" indent="0" algn="r" defTabSz="914400" rtl="0" eaLnBrk="1" fontAlgn="auto" latinLnBrk="0" hangingPunct="1">
                <a:lnSpc>
                  <a:spcPct val="100000"/>
                </a:lnSpc>
                <a:spcBef>
                  <a:spcPct val="50000"/>
                </a:spcBef>
                <a:spcAft>
                  <a:spcPts val="0"/>
                </a:spcAft>
                <a:buClrTx/>
                <a:buSzTx/>
                <a:buFontTx/>
                <a:buNone/>
                <a:tabLst/>
                <a:defRPr/>
              </a:pPr>
              <a:t>26</a:t>
            </a:fld>
            <a:endParaRPr kumimoji="0" lang="en-US" sz="1400" b="0" i="0" u="none" strike="noStrike" kern="1200" cap="none" spc="0" normalizeH="0" baseline="0" noProof="0">
              <a:ln>
                <a:noFill/>
              </a:ln>
              <a:solidFill>
                <a:srgbClr val="000000"/>
              </a:solidFill>
              <a:effectLst/>
              <a:uLnTx/>
              <a:uFillTx/>
              <a:latin typeface="Arial" pitchFamily="34" charset="0"/>
              <a:ea typeface="+mn-ea"/>
              <a:cs typeface="+mn-cs"/>
            </a:endParaRPr>
          </a:p>
        </p:txBody>
      </p:sp>
      <p:sp>
        <p:nvSpPr>
          <p:cNvPr id="13318" name="Rectangle 3"/>
          <p:cNvSpPr>
            <a:spLocks noChangeArrowheads="1"/>
          </p:cNvSpPr>
          <p:nvPr/>
        </p:nvSpPr>
        <p:spPr bwMode="auto">
          <a:xfrm>
            <a:off x="6667500" y="3502294"/>
            <a:ext cx="1143000" cy="800100"/>
          </a:xfrm>
          <a:prstGeom prst="rect">
            <a:avLst/>
          </a:prstGeom>
          <a:solidFill>
            <a:srgbClr val="FFFFFF"/>
          </a:solidFill>
          <a:ln w="9525">
            <a:solidFill>
              <a:srgbClr val="000000"/>
            </a:solidFill>
            <a:miter lim="800000"/>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ahoma"/>
              <a:ea typeface="+mn-ea"/>
              <a:cs typeface="+mn-cs"/>
            </a:endParaRPr>
          </a:p>
        </p:txBody>
      </p:sp>
      <p:sp>
        <p:nvSpPr>
          <p:cNvPr id="13319" name="Line 4"/>
          <p:cNvSpPr>
            <a:spLocks noChangeShapeType="1"/>
          </p:cNvSpPr>
          <p:nvPr/>
        </p:nvSpPr>
        <p:spPr bwMode="auto">
          <a:xfrm>
            <a:off x="6657975" y="3870317"/>
            <a:ext cx="1143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ahoma"/>
              <a:ea typeface="+mn-ea"/>
              <a:cs typeface="+mn-cs"/>
            </a:endParaRPr>
          </a:p>
        </p:txBody>
      </p:sp>
      <p:sp>
        <p:nvSpPr>
          <p:cNvPr id="13320" name="Rectangle 5"/>
          <p:cNvSpPr>
            <a:spLocks noChangeArrowheads="1"/>
          </p:cNvSpPr>
          <p:nvPr/>
        </p:nvSpPr>
        <p:spPr bwMode="auto">
          <a:xfrm>
            <a:off x="5067300" y="5026294"/>
            <a:ext cx="1257300" cy="800100"/>
          </a:xfrm>
          <a:prstGeom prst="rect">
            <a:avLst/>
          </a:prstGeom>
          <a:solidFill>
            <a:srgbClr val="FFFFFF"/>
          </a:solidFill>
          <a:ln w="9525">
            <a:solidFill>
              <a:srgbClr val="000000"/>
            </a:solidFill>
            <a:miter lim="800000"/>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ahoma"/>
              <a:ea typeface="+mn-ea"/>
              <a:cs typeface="+mn-cs"/>
            </a:endParaRPr>
          </a:p>
        </p:txBody>
      </p:sp>
      <p:sp>
        <p:nvSpPr>
          <p:cNvPr id="13321" name="Rectangle 6"/>
          <p:cNvSpPr>
            <a:spLocks noChangeArrowheads="1"/>
          </p:cNvSpPr>
          <p:nvPr/>
        </p:nvSpPr>
        <p:spPr bwMode="auto">
          <a:xfrm>
            <a:off x="6896100" y="5026294"/>
            <a:ext cx="1143000" cy="800100"/>
          </a:xfrm>
          <a:prstGeom prst="rect">
            <a:avLst/>
          </a:prstGeom>
          <a:solidFill>
            <a:srgbClr val="FFFFFF"/>
          </a:solidFill>
          <a:ln w="9525">
            <a:solidFill>
              <a:srgbClr val="000000"/>
            </a:solidFill>
            <a:miter lim="800000"/>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ahoma"/>
              <a:ea typeface="+mn-ea"/>
              <a:cs typeface="+mn-cs"/>
            </a:endParaRPr>
          </a:p>
        </p:txBody>
      </p:sp>
      <p:sp>
        <p:nvSpPr>
          <p:cNvPr id="13322" name="Rectangle 7"/>
          <p:cNvSpPr>
            <a:spLocks noChangeArrowheads="1"/>
          </p:cNvSpPr>
          <p:nvPr/>
        </p:nvSpPr>
        <p:spPr bwMode="auto">
          <a:xfrm>
            <a:off x="8724900" y="5026294"/>
            <a:ext cx="1638300" cy="800100"/>
          </a:xfrm>
          <a:prstGeom prst="rect">
            <a:avLst/>
          </a:prstGeom>
          <a:solidFill>
            <a:srgbClr val="FFFFFF"/>
          </a:solidFill>
          <a:ln w="9525">
            <a:solidFill>
              <a:srgbClr val="000000"/>
            </a:solidFill>
            <a:miter lim="800000"/>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Tahoma"/>
                <a:ea typeface="+mn-ea"/>
                <a:cs typeface="+mn-cs"/>
              </a:rPr>
              <a:t> Triangle:object</a:t>
            </a:r>
          </a:p>
        </p:txBody>
      </p:sp>
      <p:sp>
        <p:nvSpPr>
          <p:cNvPr id="13323" name="Line 8"/>
          <p:cNvSpPr>
            <a:spLocks noChangeShapeType="1"/>
          </p:cNvSpPr>
          <p:nvPr/>
        </p:nvSpPr>
        <p:spPr bwMode="auto">
          <a:xfrm>
            <a:off x="5067300" y="5405807"/>
            <a:ext cx="12573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ahoma"/>
              <a:ea typeface="+mn-ea"/>
              <a:cs typeface="+mn-cs"/>
            </a:endParaRPr>
          </a:p>
        </p:txBody>
      </p:sp>
      <p:sp>
        <p:nvSpPr>
          <p:cNvPr id="13324" name="Line 9"/>
          <p:cNvSpPr>
            <a:spLocks noChangeShapeType="1"/>
          </p:cNvSpPr>
          <p:nvPr/>
        </p:nvSpPr>
        <p:spPr bwMode="auto">
          <a:xfrm>
            <a:off x="6877916" y="5405807"/>
            <a:ext cx="1143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ahoma"/>
              <a:ea typeface="+mn-ea"/>
              <a:cs typeface="+mn-cs"/>
            </a:endParaRPr>
          </a:p>
        </p:txBody>
      </p:sp>
      <p:sp>
        <p:nvSpPr>
          <p:cNvPr id="13325" name="Line 10"/>
          <p:cNvSpPr>
            <a:spLocks noChangeShapeType="1"/>
          </p:cNvSpPr>
          <p:nvPr/>
        </p:nvSpPr>
        <p:spPr bwMode="auto">
          <a:xfrm>
            <a:off x="8724900" y="5389734"/>
            <a:ext cx="16383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ahoma"/>
              <a:ea typeface="+mn-ea"/>
              <a:cs typeface="+mn-cs"/>
            </a:endParaRPr>
          </a:p>
        </p:txBody>
      </p:sp>
      <p:sp>
        <p:nvSpPr>
          <p:cNvPr id="13326" name="Line 11"/>
          <p:cNvSpPr>
            <a:spLocks noChangeShapeType="1"/>
          </p:cNvSpPr>
          <p:nvPr/>
        </p:nvSpPr>
        <p:spPr bwMode="auto">
          <a:xfrm flipH="1">
            <a:off x="6105525" y="4445269"/>
            <a:ext cx="571500" cy="571500"/>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ahoma"/>
              <a:ea typeface="+mn-ea"/>
              <a:cs typeface="+mn-cs"/>
            </a:endParaRPr>
          </a:p>
        </p:txBody>
      </p:sp>
      <p:sp>
        <p:nvSpPr>
          <p:cNvPr id="13327" name="Line 12"/>
          <p:cNvSpPr>
            <a:spLocks noChangeShapeType="1"/>
          </p:cNvSpPr>
          <p:nvPr/>
        </p:nvSpPr>
        <p:spPr bwMode="auto">
          <a:xfrm>
            <a:off x="7353300" y="4454794"/>
            <a:ext cx="0" cy="571500"/>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ahoma"/>
              <a:ea typeface="+mn-ea"/>
              <a:cs typeface="+mn-cs"/>
            </a:endParaRPr>
          </a:p>
        </p:txBody>
      </p:sp>
      <p:sp>
        <p:nvSpPr>
          <p:cNvPr id="13328" name="Line 13"/>
          <p:cNvSpPr>
            <a:spLocks noChangeShapeType="1"/>
          </p:cNvSpPr>
          <p:nvPr/>
        </p:nvSpPr>
        <p:spPr bwMode="auto">
          <a:xfrm>
            <a:off x="7800975" y="4435744"/>
            <a:ext cx="1485900" cy="571500"/>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Tahoma"/>
              <a:ea typeface="+mn-ea"/>
              <a:cs typeface="+mn-cs"/>
            </a:endParaRPr>
          </a:p>
        </p:txBody>
      </p:sp>
      <p:sp>
        <p:nvSpPr>
          <p:cNvPr id="13329" name="Rectangle 14"/>
          <p:cNvSpPr>
            <a:spLocks noChangeArrowheads="1"/>
          </p:cNvSpPr>
          <p:nvPr/>
        </p:nvSpPr>
        <p:spPr bwMode="auto">
          <a:xfrm>
            <a:off x="6705601" y="3500985"/>
            <a:ext cx="81304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ahoma"/>
                <a:ea typeface="+mn-ea"/>
                <a:cs typeface="+mn-cs"/>
              </a:rPr>
              <a:t>Shape </a:t>
            </a:r>
          </a:p>
        </p:txBody>
      </p:sp>
      <p:sp>
        <p:nvSpPr>
          <p:cNvPr id="13330" name="Rectangle 15"/>
          <p:cNvSpPr>
            <a:spLocks noChangeArrowheads="1"/>
          </p:cNvSpPr>
          <p:nvPr/>
        </p:nvSpPr>
        <p:spPr bwMode="auto">
          <a:xfrm>
            <a:off x="6705600" y="3897582"/>
            <a:ext cx="8708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Tahoma"/>
                <a:ea typeface="+mn-ea"/>
                <a:cs typeface="+mn-cs"/>
              </a:rPr>
              <a:t>Draw( )</a:t>
            </a:r>
          </a:p>
        </p:txBody>
      </p:sp>
      <p:sp>
        <p:nvSpPr>
          <p:cNvPr id="13331" name="Rectangle 16"/>
          <p:cNvSpPr>
            <a:spLocks noChangeArrowheads="1"/>
          </p:cNvSpPr>
          <p:nvPr/>
        </p:nvSpPr>
        <p:spPr bwMode="auto">
          <a:xfrm>
            <a:off x="5026026" y="5069257"/>
            <a:ext cx="117589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Tahoma"/>
                <a:ea typeface="+mn-ea"/>
                <a:cs typeface="Times New Roman" pitchFamily="18" charset="0"/>
              </a:rPr>
              <a:t>Circle: object</a:t>
            </a:r>
            <a:r>
              <a:rPr kumimoji="0" lang="en-US" sz="1400" b="0" i="0" u="none" strike="noStrike" kern="1200" cap="none" spc="0" normalizeH="0" baseline="0" noProof="0">
                <a:ln>
                  <a:noFill/>
                </a:ln>
                <a:solidFill>
                  <a:srgbClr val="000000"/>
                </a:solidFill>
                <a:effectLst/>
                <a:uLnTx/>
                <a:uFillTx/>
                <a:latin typeface="Tahoma"/>
                <a:ea typeface="+mn-ea"/>
                <a:cs typeface="+mn-cs"/>
              </a:rPr>
              <a:t> </a:t>
            </a:r>
          </a:p>
        </p:txBody>
      </p:sp>
      <p:sp>
        <p:nvSpPr>
          <p:cNvPr id="13332" name="Rectangle 17"/>
          <p:cNvSpPr>
            <a:spLocks noChangeArrowheads="1"/>
          </p:cNvSpPr>
          <p:nvPr/>
        </p:nvSpPr>
        <p:spPr bwMode="auto">
          <a:xfrm>
            <a:off x="5105400" y="5405807"/>
            <a:ext cx="110049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Tahoma"/>
                <a:ea typeface="+mn-ea"/>
                <a:cs typeface="+mn-cs"/>
              </a:rPr>
              <a:t>Draw(circle) </a:t>
            </a:r>
          </a:p>
        </p:txBody>
      </p:sp>
      <p:sp>
        <p:nvSpPr>
          <p:cNvPr id="13333" name="Rectangle 18"/>
          <p:cNvSpPr>
            <a:spLocks noChangeArrowheads="1"/>
          </p:cNvSpPr>
          <p:nvPr/>
        </p:nvSpPr>
        <p:spPr bwMode="auto">
          <a:xfrm>
            <a:off x="6851650" y="5482007"/>
            <a:ext cx="106112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Tahoma"/>
                <a:ea typeface="+mn-ea"/>
                <a:cs typeface="+mn-cs"/>
              </a:rPr>
              <a:t>  Draw(box) </a:t>
            </a:r>
          </a:p>
        </p:txBody>
      </p:sp>
      <p:sp>
        <p:nvSpPr>
          <p:cNvPr id="13334" name="Rectangle 19"/>
          <p:cNvSpPr>
            <a:spLocks noChangeArrowheads="1"/>
          </p:cNvSpPr>
          <p:nvPr/>
        </p:nvSpPr>
        <p:spPr bwMode="auto">
          <a:xfrm>
            <a:off x="6965950" y="5024807"/>
            <a:ext cx="103874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Tahoma"/>
                <a:ea typeface="+mn-ea"/>
                <a:cs typeface="+mn-cs"/>
              </a:rPr>
              <a:t>Box: object </a:t>
            </a:r>
          </a:p>
        </p:txBody>
      </p:sp>
      <p:sp>
        <p:nvSpPr>
          <p:cNvPr id="13335" name="Rectangle 20"/>
          <p:cNvSpPr>
            <a:spLocks noChangeArrowheads="1"/>
          </p:cNvSpPr>
          <p:nvPr/>
        </p:nvSpPr>
        <p:spPr bwMode="auto">
          <a:xfrm>
            <a:off x="8788401" y="5482007"/>
            <a:ext cx="1279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Tahoma"/>
                <a:ea typeface="+mn-ea"/>
                <a:cs typeface="+mn-cs"/>
              </a:rPr>
              <a:t> Draw(triangle)</a:t>
            </a:r>
          </a:p>
        </p:txBody>
      </p:sp>
    </p:spTree>
    <p:extLst>
      <p:ext uri="{BB962C8B-B14F-4D97-AF65-F5344CB8AC3E}">
        <p14:creationId xmlns:p14="http://schemas.microsoft.com/office/powerpoint/2010/main" val="21031412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rPr>
              <a:t>Procedure  Oriented  Programming</a:t>
            </a:r>
          </a:p>
        </p:txBody>
      </p:sp>
      <p:sp>
        <p:nvSpPr>
          <p:cNvPr id="3" name="Content Placeholder 2"/>
          <p:cNvSpPr>
            <a:spLocks noGrp="1"/>
          </p:cNvSpPr>
          <p:nvPr>
            <p:ph idx="1"/>
          </p:nvPr>
        </p:nvSpPr>
        <p:spPr>
          <a:xfrm>
            <a:off x="609600" y="1885950"/>
            <a:ext cx="11277600" cy="4171950"/>
          </a:xfrm>
        </p:spPr>
        <p:txBody>
          <a:bodyPr>
            <a:normAutofit lnSpcReduction="10000"/>
          </a:bodyPr>
          <a:lstStyle/>
          <a:p>
            <a:pPr algn="just">
              <a:buFontTx/>
              <a:buChar char="•"/>
            </a:pPr>
            <a:r>
              <a:rPr lang="en-US" sz="2400" dirty="0">
                <a:latin typeface="Verdana" pitchFamily="34" charset="0"/>
              </a:rPr>
              <a:t>Emphasis is on doing things (algorithms/ procedures).</a:t>
            </a:r>
          </a:p>
          <a:p>
            <a:pPr marL="0" indent="0" algn="just">
              <a:buNone/>
            </a:pPr>
            <a:r>
              <a:rPr lang="en-US" sz="2400" dirty="0">
                <a:latin typeface="Verdana" pitchFamily="34" charset="0"/>
              </a:rPr>
              <a:t>	 </a:t>
            </a:r>
          </a:p>
          <a:p>
            <a:pPr algn="just">
              <a:buFontTx/>
              <a:buChar char="•"/>
            </a:pPr>
            <a:r>
              <a:rPr lang="en-US" sz="2400" dirty="0">
                <a:latin typeface="Verdana" pitchFamily="34" charset="0"/>
              </a:rPr>
              <a:t>Large programs are divided into smaller programs known as functions.</a:t>
            </a:r>
          </a:p>
          <a:p>
            <a:pPr marL="0" indent="0" algn="just">
              <a:buNone/>
            </a:pPr>
            <a:r>
              <a:rPr lang="en-US" sz="2400" dirty="0">
                <a:latin typeface="Verdana" pitchFamily="34" charset="0"/>
              </a:rPr>
              <a:t>     	</a:t>
            </a:r>
          </a:p>
          <a:p>
            <a:pPr algn="just">
              <a:buFontTx/>
              <a:buChar char="•"/>
            </a:pPr>
            <a:r>
              <a:rPr lang="en-US" sz="2400" dirty="0">
                <a:latin typeface="Verdana" pitchFamily="34" charset="0"/>
              </a:rPr>
              <a:t>Most of the functions share global data.</a:t>
            </a:r>
          </a:p>
          <a:p>
            <a:pPr algn="just"/>
            <a:endParaRPr lang="en-US" sz="2400" dirty="0">
              <a:latin typeface="Verdana" pitchFamily="34" charset="0"/>
            </a:endParaRPr>
          </a:p>
          <a:p>
            <a:pPr algn="just">
              <a:buFontTx/>
              <a:buChar char="•"/>
            </a:pPr>
            <a:r>
              <a:rPr lang="en-US" sz="2400" dirty="0">
                <a:latin typeface="Verdana" pitchFamily="34" charset="0"/>
              </a:rPr>
              <a:t>Data moves openly around the system from function to function.	  </a:t>
            </a:r>
          </a:p>
          <a:p>
            <a:pPr algn="just"/>
            <a:endParaRPr lang="en-US" sz="2400" dirty="0">
              <a:latin typeface="Verdana" pitchFamily="34" charset="0"/>
            </a:endParaRPr>
          </a:p>
          <a:p>
            <a:pPr algn="just">
              <a:buFontTx/>
              <a:buChar char="•"/>
            </a:pPr>
            <a:r>
              <a:rPr lang="en-US" sz="2400" dirty="0">
                <a:latin typeface="Verdana" pitchFamily="34" charset="0"/>
              </a:rPr>
              <a:t>Uses top-down approach in program design.	 </a:t>
            </a:r>
          </a:p>
          <a:p>
            <a:pPr algn="just"/>
            <a:endParaRPr lang="en-US" sz="2400" dirty="0"/>
          </a:p>
        </p:txBody>
      </p:sp>
      <p:sp>
        <p:nvSpPr>
          <p:cNvPr id="3076"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fld id="{1BF798EB-9563-4DFC-B11D-11BCA2C10E38}" type="slidenum">
              <a:rPr lang="en-US" sz="1400"/>
              <a:pPr eaLnBrk="1" hangingPunct="1"/>
              <a:t>27</a:t>
            </a:fld>
            <a:endParaRPr lang="en-US" sz="1400"/>
          </a:p>
        </p:txBody>
      </p:sp>
      <p:sp>
        <p:nvSpPr>
          <p:cNvPr id="3077" name="Rectangle 2"/>
          <p:cNvSpPr>
            <a:spLocks noChangeArrowheads="1"/>
          </p:cNvSpPr>
          <p:nvPr/>
        </p:nvSpPr>
        <p:spPr bwMode="auto">
          <a:xfrm>
            <a:off x="-336550" y="1431409"/>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sp>
        <p:nvSpPr>
          <p:cNvPr id="3078" name="Rectangle 3"/>
          <p:cNvSpPr>
            <a:spLocks noChangeArrowheads="1"/>
          </p:cNvSpPr>
          <p:nvPr/>
        </p:nvSpPr>
        <p:spPr bwMode="auto">
          <a:xfrm>
            <a:off x="-336550" y="4854059"/>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sp>
        <p:nvSpPr>
          <p:cNvPr id="3080" name="Rectangle 5"/>
          <p:cNvSpPr>
            <a:spLocks noChangeArrowheads="1"/>
          </p:cNvSpPr>
          <p:nvPr/>
        </p:nvSpPr>
        <p:spPr bwMode="auto">
          <a:xfrm>
            <a:off x="1187450" y="584200"/>
            <a:ext cx="74231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2400" dirty="0">
                <a:latin typeface="Verdana" pitchFamily="34" charset="0"/>
              </a:rPr>
              <a:t>		</a:t>
            </a:r>
          </a:p>
        </p:txBody>
      </p:sp>
    </p:spTree>
    <p:extLst>
      <p:ext uri="{BB962C8B-B14F-4D97-AF65-F5344CB8AC3E}">
        <p14:creationId xmlns:p14="http://schemas.microsoft.com/office/powerpoint/2010/main" val="3376773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95" name="Rectangle 3"/>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96" name="Rectangle 4"/>
          <p:cNvSpPr>
            <a:spLocks noChangeArrowheads="1"/>
          </p:cNvSpPr>
          <p:nvPr/>
        </p:nvSpPr>
        <p:spPr bwMode="auto">
          <a:xfrm>
            <a:off x="2743200" y="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p>
            <a:pPr algn="r"/>
            <a:r>
              <a:rPr lang="en-US">
                <a:solidFill>
                  <a:schemeClr val="tx2"/>
                </a:solidFill>
                <a:latin typeface="Arial" charset="0"/>
              </a:rPr>
              <a:t>Functional Programming</a:t>
            </a:r>
          </a:p>
        </p:txBody>
      </p:sp>
      <p:sp>
        <p:nvSpPr>
          <p:cNvPr id="8197" name="Freeform 5"/>
          <p:cNvSpPr>
            <a:spLocks/>
          </p:cNvSpPr>
          <p:nvPr/>
        </p:nvSpPr>
        <p:spPr bwMode="auto">
          <a:xfrm>
            <a:off x="4359276" y="501650"/>
            <a:ext cx="2417763" cy="2116138"/>
          </a:xfrm>
          <a:custGeom>
            <a:avLst/>
            <a:gdLst>
              <a:gd name="T0" fmla="*/ 426 w 1523"/>
              <a:gd name="T1" fmla="*/ 164 h 1333"/>
              <a:gd name="T2" fmla="*/ 249 w 1523"/>
              <a:gd name="T3" fmla="*/ 176 h 1333"/>
              <a:gd name="T4" fmla="*/ 205 w 1523"/>
              <a:gd name="T5" fmla="*/ 205 h 1333"/>
              <a:gd name="T6" fmla="*/ 205 w 1523"/>
              <a:gd name="T7" fmla="*/ 249 h 1333"/>
              <a:gd name="T8" fmla="*/ 191 w 1523"/>
              <a:gd name="T9" fmla="*/ 351 h 1333"/>
              <a:gd name="T10" fmla="*/ 191 w 1523"/>
              <a:gd name="T11" fmla="*/ 395 h 1333"/>
              <a:gd name="T12" fmla="*/ 191 w 1523"/>
              <a:gd name="T13" fmla="*/ 483 h 1333"/>
              <a:gd name="T14" fmla="*/ 147 w 1523"/>
              <a:gd name="T15" fmla="*/ 527 h 1333"/>
              <a:gd name="T16" fmla="*/ 59 w 1523"/>
              <a:gd name="T17" fmla="*/ 527 h 1333"/>
              <a:gd name="T18" fmla="*/ 30 w 1523"/>
              <a:gd name="T19" fmla="*/ 571 h 1333"/>
              <a:gd name="T20" fmla="*/ 15 w 1523"/>
              <a:gd name="T21" fmla="*/ 629 h 1333"/>
              <a:gd name="T22" fmla="*/ 0 w 1523"/>
              <a:gd name="T23" fmla="*/ 746 h 1333"/>
              <a:gd name="T24" fmla="*/ 0 w 1523"/>
              <a:gd name="T25" fmla="*/ 834 h 1333"/>
              <a:gd name="T26" fmla="*/ 30 w 1523"/>
              <a:gd name="T27" fmla="*/ 878 h 1333"/>
              <a:gd name="T28" fmla="*/ 44 w 1523"/>
              <a:gd name="T29" fmla="*/ 1039 h 1333"/>
              <a:gd name="T30" fmla="*/ 44 w 1523"/>
              <a:gd name="T31" fmla="*/ 1185 h 1333"/>
              <a:gd name="T32" fmla="*/ 44 w 1523"/>
              <a:gd name="T33" fmla="*/ 1273 h 1333"/>
              <a:gd name="T34" fmla="*/ 74 w 1523"/>
              <a:gd name="T35" fmla="*/ 1332 h 1333"/>
              <a:gd name="T36" fmla="*/ 118 w 1523"/>
              <a:gd name="T37" fmla="*/ 1332 h 1333"/>
              <a:gd name="T38" fmla="*/ 235 w 1523"/>
              <a:gd name="T39" fmla="*/ 1317 h 1333"/>
              <a:gd name="T40" fmla="*/ 293 w 1523"/>
              <a:gd name="T41" fmla="*/ 1273 h 1333"/>
              <a:gd name="T42" fmla="*/ 396 w 1523"/>
              <a:gd name="T43" fmla="*/ 1244 h 1333"/>
              <a:gd name="T44" fmla="*/ 542 w 1523"/>
              <a:gd name="T45" fmla="*/ 1229 h 1333"/>
              <a:gd name="T46" fmla="*/ 630 w 1523"/>
              <a:gd name="T47" fmla="*/ 1215 h 1333"/>
              <a:gd name="T48" fmla="*/ 776 w 1523"/>
              <a:gd name="T49" fmla="*/ 1215 h 1333"/>
              <a:gd name="T50" fmla="*/ 922 w 1523"/>
              <a:gd name="T51" fmla="*/ 1229 h 1333"/>
              <a:gd name="T52" fmla="*/ 1039 w 1523"/>
              <a:gd name="T53" fmla="*/ 1244 h 1333"/>
              <a:gd name="T54" fmla="*/ 1157 w 1523"/>
              <a:gd name="T55" fmla="*/ 1273 h 1333"/>
              <a:gd name="T56" fmla="*/ 1186 w 1523"/>
              <a:gd name="T57" fmla="*/ 1127 h 1333"/>
              <a:gd name="T58" fmla="*/ 1186 w 1523"/>
              <a:gd name="T59" fmla="*/ 981 h 1333"/>
              <a:gd name="T60" fmla="*/ 1186 w 1523"/>
              <a:gd name="T61" fmla="*/ 922 h 1333"/>
              <a:gd name="T62" fmla="*/ 1274 w 1523"/>
              <a:gd name="T63" fmla="*/ 834 h 1333"/>
              <a:gd name="T64" fmla="*/ 1361 w 1523"/>
              <a:gd name="T65" fmla="*/ 820 h 1333"/>
              <a:gd name="T66" fmla="*/ 1420 w 1523"/>
              <a:gd name="T67" fmla="*/ 703 h 1333"/>
              <a:gd name="T68" fmla="*/ 1464 w 1523"/>
              <a:gd name="T69" fmla="*/ 673 h 1333"/>
              <a:gd name="T70" fmla="*/ 1508 w 1523"/>
              <a:gd name="T71" fmla="*/ 629 h 1333"/>
              <a:gd name="T72" fmla="*/ 1522 w 1523"/>
              <a:gd name="T73" fmla="*/ 542 h 1333"/>
              <a:gd name="T74" fmla="*/ 1522 w 1523"/>
              <a:gd name="T75" fmla="*/ 424 h 1333"/>
              <a:gd name="T76" fmla="*/ 1435 w 1523"/>
              <a:gd name="T77" fmla="*/ 395 h 1333"/>
              <a:gd name="T78" fmla="*/ 1405 w 1523"/>
              <a:gd name="T79" fmla="*/ 351 h 1333"/>
              <a:gd name="T80" fmla="*/ 1303 w 1523"/>
              <a:gd name="T81" fmla="*/ 322 h 1333"/>
              <a:gd name="T82" fmla="*/ 1157 w 1523"/>
              <a:gd name="T83" fmla="*/ 264 h 1333"/>
              <a:gd name="T84" fmla="*/ 1010 w 1523"/>
              <a:gd name="T85" fmla="*/ 234 h 1333"/>
              <a:gd name="T86" fmla="*/ 922 w 1523"/>
              <a:gd name="T87" fmla="*/ 234 h 1333"/>
              <a:gd name="T88" fmla="*/ 878 w 1523"/>
              <a:gd name="T89" fmla="*/ 264 h 1333"/>
              <a:gd name="T90" fmla="*/ 820 w 1523"/>
              <a:gd name="T91" fmla="*/ 264 h 1333"/>
              <a:gd name="T92" fmla="*/ 805 w 1523"/>
              <a:gd name="T93" fmla="*/ 220 h 1333"/>
              <a:gd name="T94" fmla="*/ 761 w 1523"/>
              <a:gd name="T95" fmla="*/ 176 h 1333"/>
              <a:gd name="T96" fmla="*/ 776 w 1523"/>
              <a:gd name="T97" fmla="*/ 132 h 1333"/>
              <a:gd name="T98" fmla="*/ 761 w 1523"/>
              <a:gd name="T99" fmla="*/ 15 h 1333"/>
              <a:gd name="T100" fmla="*/ 703 w 1523"/>
              <a:gd name="T101" fmla="*/ 0 h 1333"/>
              <a:gd name="T102" fmla="*/ 659 w 1523"/>
              <a:gd name="T103" fmla="*/ 15 h 1333"/>
              <a:gd name="T104" fmla="*/ 644 w 1523"/>
              <a:gd name="T105" fmla="*/ 59 h 1333"/>
              <a:gd name="T106" fmla="*/ 586 w 1523"/>
              <a:gd name="T107" fmla="*/ 59 h 1333"/>
              <a:gd name="T108" fmla="*/ 542 w 1523"/>
              <a:gd name="T109" fmla="*/ 73 h 1333"/>
              <a:gd name="T110" fmla="*/ 527 w 1523"/>
              <a:gd name="T111" fmla="*/ 117 h 1333"/>
              <a:gd name="T112" fmla="*/ 425 w 1523"/>
              <a:gd name="T113" fmla="*/ 146 h 1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523" h="1333">
                <a:moveTo>
                  <a:pt x="426" y="164"/>
                </a:moveTo>
                <a:lnTo>
                  <a:pt x="249" y="176"/>
                </a:lnTo>
                <a:lnTo>
                  <a:pt x="205" y="205"/>
                </a:lnTo>
                <a:lnTo>
                  <a:pt x="205" y="249"/>
                </a:lnTo>
                <a:lnTo>
                  <a:pt x="191" y="351"/>
                </a:lnTo>
                <a:lnTo>
                  <a:pt x="191" y="395"/>
                </a:lnTo>
                <a:lnTo>
                  <a:pt x="191" y="483"/>
                </a:lnTo>
                <a:lnTo>
                  <a:pt x="147" y="527"/>
                </a:lnTo>
                <a:lnTo>
                  <a:pt x="59" y="527"/>
                </a:lnTo>
                <a:lnTo>
                  <a:pt x="30" y="571"/>
                </a:lnTo>
                <a:lnTo>
                  <a:pt x="15" y="629"/>
                </a:lnTo>
                <a:lnTo>
                  <a:pt x="0" y="746"/>
                </a:lnTo>
                <a:lnTo>
                  <a:pt x="0" y="834"/>
                </a:lnTo>
                <a:lnTo>
                  <a:pt x="30" y="878"/>
                </a:lnTo>
                <a:lnTo>
                  <a:pt x="44" y="1039"/>
                </a:lnTo>
                <a:lnTo>
                  <a:pt x="44" y="1185"/>
                </a:lnTo>
                <a:lnTo>
                  <a:pt x="44" y="1273"/>
                </a:lnTo>
                <a:lnTo>
                  <a:pt x="74" y="1332"/>
                </a:lnTo>
                <a:lnTo>
                  <a:pt x="118" y="1332"/>
                </a:lnTo>
                <a:lnTo>
                  <a:pt x="235" y="1317"/>
                </a:lnTo>
                <a:lnTo>
                  <a:pt x="293" y="1273"/>
                </a:lnTo>
                <a:lnTo>
                  <a:pt x="396" y="1244"/>
                </a:lnTo>
                <a:lnTo>
                  <a:pt x="542" y="1229"/>
                </a:lnTo>
                <a:lnTo>
                  <a:pt x="630" y="1215"/>
                </a:lnTo>
                <a:lnTo>
                  <a:pt x="776" y="1215"/>
                </a:lnTo>
                <a:lnTo>
                  <a:pt x="922" y="1229"/>
                </a:lnTo>
                <a:lnTo>
                  <a:pt x="1039" y="1244"/>
                </a:lnTo>
                <a:lnTo>
                  <a:pt x="1157" y="1273"/>
                </a:lnTo>
                <a:lnTo>
                  <a:pt x="1186" y="1127"/>
                </a:lnTo>
                <a:lnTo>
                  <a:pt x="1186" y="981"/>
                </a:lnTo>
                <a:lnTo>
                  <a:pt x="1186" y="922"/>
                </a:lnTo>
                <a:lnTo>
                  <a:pt x="1274" y="834"/>
                </a:lnTo>
                <a:lnTo>
                  <a:pt x="1361" y="820"/>
                </a:lnTo>
                <a:lnTo>
                  <a:pt x="1420" y="703"/>
                </a:lnTo>
                <a:lnTo>
                  <a:pt x="1464" y="673"/>
                </a:lnTo>
                <a:lnTo>
                  <a:pt x="1508" y="629"/>
                </a:lnTo>
                <a:lnTo>
                  <a:pt x="1522" y="542"/>
                </a:lnTo>
                <a:lnTo>
                  <a:pt x="1522" y="424"/>
                </a:lnTo>
                <a:lnTo>
                  <a:pt x="1435" y="395"/>
                </a:lnTo>
                <a:lnTo>
                  <a:pt x="1405" y="351"/>
                </a:lnTo>
                <a:lnTo>
                  <a:pt x="1303" y="322"/>
                </a:lnTo>
                <a:lnTo>
                  <a:pt x="1157" y="264"/>
                </a:lnTo>
                <a:lnTo>
                  <a:pt x="1010" y="234"/>
                </a:lnTo>
                <a:lnTo>
                  <a:pt x="922" y="234"/>
                </a:lnTo>
                <a:lnTo>
                  <a:pt x="878" y="264"/>
                </a:lnTo>
                <a:lnTo>
                  <a:pt x="820" y="264"/>
                </a:lnTo>
                <a:lnTo>
                  <a:pt x="805" y="220"/>
                </a:lnTo>
                <a:lnTo>
                  <a:pt x="761" y="176"/>
                </a:lnTo>
                <a:lnTo>
                  <a:pt x="776" y="132"/>
                </a:lnTo>
                <a:lnTo>
                  <a:pt x="761" y="15"/>
                </a:lnTo>
                <a:lnTo>
                  <a:pt x="703" y="0"/>
                </a:lnTo>
                <a:lnTo>
                  <a:pt x="659" y="15"/>
                </a:lnTo>
                <a:lnTo>
                  <a:pt x="644" y="59"/>
                </a:lnTo>
                <a:lnTo>
                  <a:pt x="586" y="59"/>
                </a:lnTo>
                <a:lnTo>
                  <a:pt x="542" y="73"/>
                </a:lnTo>
                <a:lnTo>
                  <a:pt x="527" y="117"/>
                </a:lnTo>
                <a:lnTo>
                  <a:pt x="425" y="146"/>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198" name="Rectangle 6"/>
          <p:cNvSpPr>
            <a:spLocks noChangeArrowheads="1"/>
          </p:cNvSpPr>
          <p:nvPr/>
        </p:nvSpPr>
        <p:spPr bwMode="auto">
          <a:xfrm>
            <a:off x="8699500" y="2139950"/>
            <a:ext cx="1663700" cy="12065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99" name="Rectangle 7"/>
          <p:cNvSpPr>
            <a:spLocks noChangeArrowheads="1"/>
          </p:cNvSpPr>
          <p:nvPr/>
        </p:nvSpPr>
        <p:spPr bwMode="auto">
          <a:xfrm>
            <a:off x="7524750" y="3962400"/>
            <a:ext cx="1663700" cy="12065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00" name="Rectangle 8"/>
          <p:cNvSpPr>
            <a:spLocks noChangeArrowheads="1"/>
          </p:cNvSpPr>
          <p:nvPr/>
        </p:nvSpPr>
        <p:spPr bwMode="auto">
          <a:xfrm>
            <a:off x="4705350" y="5029200"/>
            <a:ext cx="1663700" cy="12065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01" name="Rectangle 9"/>
          <p:cNvSpPr>
            <a:spLocks noChangeArrowheads="1"/>
          </p:cNvSpPr>
          <p:nvPr/>
        </p:nvSpPr>
        <p:spPr bwMode="auto">
          <a:xfrm>
            <a:off x="4678364" y="5459413"/>
            <a:ext cx="1637309"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2400" dirty="0">
                <a:latin typeface="Arial" charset="0"/>
              </a:rPr>
              <a:t>Function A</a:t>
            </a:r>
          </a:p>
        </p:txBody>
      </p:sp>
      <p:sp>
        <p:nvSpPr>
          <p:cNvPr id="8202" name="Rectangle 10"/>
          <p:cNvSpPr>
            <a:spLocks noChangeArrowheads="1"/>
          </p:cNvSpPr>
          <p:nvPr/>
        </p:nvSpPr>
        <p:spPr bwMode="auto">
          <a:xfrm>
            <a:off x="7573963" y="4392613"/>
            <a:ext cx="165430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2400" dirty="0">
                <a:latin typeface="Arial" charset="0"/>
              </a:rPr>
              <a:t>Function B</a:t>
            </a:r>
          </a:p>
        </p:txBody>
      </p:sp>
      <p:sp>
        <p:nvSpPr>
          <p:cNvPr id="8203" name="Rectangle 11"/>
          <p:cNvSpPr>
            <a:spLocks noChangeArrowheads="1"/>
          </p:cNvSpPr>
          <p:nvPr/>
        </p:nvSpPr>
        <p:spPr bwMode="auto">
          <a:xfrm>
            <a:off x="8748713" y="2570163"/>
            <a:ext cx="1671934"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2400" dirty="0">
                <a:latin typeface="Arial" charset="0"/>
              </a:rPr>
              <a:t>Function C</a:t>
            </a:r>
          </a:p>
        </p:txBody>
      </p:sp>
      <p:sp>
        <p:nvSpPr>
          <p:cNvPr id="8204" name="Line 12"/>
          <p:cNvSpPr>
            <a:spLocks noChangeShapeType="1"/>
          </p:cNvSpPr>
          <p:nvPr/>
        </p:nvSpPr>
        <p:spPr bwMode="auto">
          <a:xfrm flipV="1">
            <a:off x="5189538" y="2128838"/>
            <a:ext cx="296862" cy="3135312"/>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05" name="Line 13"/>
          <p:cNvSpPr>
            <a:spLocks noChangeShapeType="1"/>
          </p:cNvSpPr>
          <p:nvPr/>
        </p:nvSpPr>
        <p:spPr bwMode="auto">
          <a:xfrm>
            <a:off x="5881688" y="2065338"/>
            <a:ext cx="2036762" cy="2119312"/>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06" name="Line 14"/>
          <p:cNvSpPr>
            <a:spLocks noChangeShapeType="1"/>
          </p:cNvSpPr>
          <p:nvPr/>
        </p:nvSpPr>
        <p:spPr bwMode="auto">
          <a:xfrm>
            <a:off x="6034088" y="1608138"/>
            <a:ext cx="3103562" cy="747712"/>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07" name="Line 15"/>
          <p:cNvSpPr>
            <a:spLocks noChangeShapeType="1"/>
          </p:cNvSpPr>
          <p:nvPr/>
        </p:nvSpPr>
        <p:spPr bwMode="auto">
          <a:xfrm flipV="1">
            <a:off x="2903538" y="2509838"/>
            <a:ext cx="6005512" cy="1687512"/>
          </a:xfrm>
          <a:prstGeom prst="line">
            <a:avLst/>
          </a:prstGeom>
          <a:noFill/>
          <a:ln w="12700">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08" name="Line 16"/>
          <p:cNvSpPr>
            <a:spLocks noChangeShapeType="1"/>
          </p:cNvSpPr>
          <p:nvPr/>
        </p:nvSpPr>
        <p:spPr bwMode="auto">
          <a:xfrm>
            <a:off x="2979738" y="4343400"/>
            <a:ext cx="4938712" cy="0"/>
          </a:xfrm>
          <a:prstGeom prst="line">
            <a:avLst/>
          </a:prstGeom>
          <a:noFill/>
          <a:ln w="12700">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09" name="Line 17"/>
          <p:cNvSpPr>
            <a:spLocks noChangeShapeType="1"/>
          </p:cNvSpPr>
          <p:nvPr/>
        </p:nvSpPr>
        <p:spPr bwMode="auto">
          <a:xfrm>
            <a:off x="3055938" y="5257800"/>
            <a:ext cx="1890712" cy="0"/>
          </a:xfrm>
          <a:prstGeom prst="line">
            <a:avLst/>
          </a:prstGeom>
          <a:noFill/>
          <a:ln w="12700">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10" name="Line 18"/>
          <p:cNvSpPr>
            <a:spLocks noChangeShapeType="1"/>
          </p:cNvSpPr>
          <p:nvPr/>
        </p:nvSpPr>
        <p:spPr bwMode="auto">
          <a:xfrm flipV="1">
            <a:off x="6103938" y="5018088"/>
            <a:ext cx="1630362" cy="322262"/>
          </a:xfrm>
          <a:prstGeom prst="line">
            <a:avLst/>
          </a:prstGeom>
          <a:noFill/>
          <a:ln w="12700">
            <a:solidFill>
              <a:schemeClr val="tx1"/>
            </a:solidFill>
            <a:prstDash val="lg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11" name="Line 19"/>
          <p:cNvSpPr>
            <a:spLocks noChangeShapeType="1"/>
          </p:cNvSpPr>
          <p:nvPr/>
        </p:nvSpPr>
        <p:spPr bwMode="auto">
          <a:xfrm flipH="1">
            <a:off x="8224838" y="3132138"/>
            <a:ext cx="696912" cy="1052512"/>
          </a:xfrm>
          <a:prstGeom prst="line">
            <a:avLst/>
          </a:prstGeom>
          <a:noFill/>
          <a:ln w="12700">
            <a:solidFill>
              <a:schemeClr val="tx1"/>
            </a:solidFill>
            <a:prstDash val="lg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12" name="Rectangle 20"/>
          <p:cNvSpPr>
            <a:spLocks noChangeArrowheads="1"/>
          </p:cNvSpPr>
          <p:nvPr/>
        </p:nvSpPr>
        <p:spPr bwMode="auto">
          <a:xfrm>
            <a:off x="4867275" y="2193925"/>
            <a:ext cx="1352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13" name="Rectangle 21"/>
          <p:cNvSpPr>
            <a:spLocks noChangeArrowheads="1"/>
          </p:cNvSpPr>
          <p:nvPr/>
        </p:nvSpPr>
        <p:spPr bwMode="auto">
          <a:xfrm>
            <a:off x="4799807" y="1122363"/>
            <a:ext cx="849593" cy="64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dirty="0">
                <a:latin typeface="Arial" charset="0"/>
              </a:rPr>
              <a:t>Global</a:t>
            </a:r>
          </a:p>
          <a:p>
            <a:r>
              <a:rPr lang="en-US" dirty="0">
                <a:latin typeface="Arial" charset="0"/>
              </a:rPr>
              <a:t>Data</a:t>
            </a:r>
          </a:p>
        </p:txBody>
      </p:sp>
      <p:sp>
        <p:nvSpPr>
          <p:cNvPr id="8214" name="Line 22"/>
          <p:cNvSpPr>
            <a:spLocks noChangeShapeType="1"/>
          </p:cNvSpPr>
          <p:nvPr/>
        </p:nvSpPr>
        <p:spPr bwMode="auto">
          <a:xfrm flipV="1">
            <a:off x="2522538" y="2281238"/>
            <a:ext cx="2043112" cy="1839912"/>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15" name="Rectangle 23"/>
          <p:cNvSpPr>
            <a:spLocks noChangeArrowheads="1"/>
          </p:cNvSpPr>
          <p:nvPr/>
        </p:nvSpPr>
        <p:spPr bwMode="auto">
          <a:xfrm>
            <a:off x="1828800" y="3886200"/>
            <a:ext cx="1663700" cy="22733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16" name="Rectangle 24"/>
          <p:cNvSpPr>
            <a:spLocks noChangeArrowheads="1"/>
          </p:cNvSpPr>
          <p:nvPr/>
        </p:nvSpPr>
        <p:spPr bwMode="auto">
          <a:xfrm>
            <a:off x="1954214" y="4316414"/>
            <a:ext cx="1562929" cy="951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2800" dirty="0">
                <a:latin typeface="Arial" charset="0"/>
              </a:rPr>
              <a:t>Main</a:t>
            </a:r>
          </a:p>
          <a:p>
            <a:r>
              <a:rPr lang="en-US" sz="2800" dirty="0">
                <a:latin typeface="Arial" charset="0"/>
              </a:rPr>
              <a:t>Function</a:t>
            </a:r>
          </a:p>
        </p:txBody>
      </p:sp>
      <p:sp>
        <p:nvSpPr>
          <p:cNvPr id="2" name="Slide Number Placeholder 1"/>
          <p:cNvSpPr>
            <a:spLocks noGrp="1"/>
          </p:cNvSpPr>
          <p:nvPr>
            <p:ph type="sldNum" sz="quarter" idx="12"/>
          </p:nvPr>
        </p:nvSpPr>
        <p:spPr/>
        <p:txBody>
          <a:bodyPr/>
          <a:lstStyle/>
          <a:p>
            <a:pPr>
              <a:defRPr/>
            </a:pPr>
            <a:fld id="{7959C011-DC70-4C52-B3B8-72518F99E2CA}" type="slidenum">
              <a:rPr lang="en-US" smtClean="0"/>
              <a:pPr>
                <a:defRPr/>
              </a:pPr>
              <a:t>28</a:t>
            </a:fld>
            <a:endParaRPr lang="en-US"/>
          </a:p>
        </p:txBody>
      </p:sp>
    </p:spTree>
    <p:extLst>
      <p:ext uri="{BB962C8B-B14F-4D97-AF65-F5344CB8AC3E}">
        <p14:creationId xmlns:p14="http://schemas.microsoft.com/office/powerpoint/2010/main" val="4263827801"/>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fld id="{EEEF44E4-5735-4075-AF6E-EAC949E6EB92}" type="slidenum">
              <a:rPr lang="en-US" sz="1400"/>
              <a:pPr eaLnBrk="1" hangingPunct="1"/>
              <a:t>29</a:t>
            </a:fld>
            <a:endParaRPr lang="en-US" sz="1400"/>
          </a:p>
        </p:txBody>
      </p:sp>
      <p:sp>
        <p:nvSpPr>
          <p:cNvPr id="4101" name="Rectangle 2"/>
          <p:cNvSpPr>
            <a:spLocks noChangeArrowheads="1"/>
          </p:cNvSpPr>
          <p:nvPr/>
        </p:nvSpPr>
        <p:spPr bwMode="auto">
          <a:xfrm>
            <a:off x="259080" y="1447800"/>
            <a:ext cx="11597640"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buFont typeface="Wingdings" panose="05000000000000000000" pitchFamily="2" charset="2"/>
              <a:buChar char="ü"/>
            </a:pPr>
            <a:r>
              <a:rPr lang="en-US" sz="2400" dirty="0">
                <a:latin typeface="Verdana" pitchFamily="34" charset="0"/>
              </a:rPr>
              <a:t>Emphasis is on data rather than procedure.</a:t>
            </a:r>
          </a:p>
          <a:p>
            <a:pPr marL="342900" indent="-342900">
              <a:buFont typeface="Wingdings" panose="05000000000000000000" pitchFamily="2" charset="2"/>
              <a:buChar char="ü"/>
            </a:pPr>
            <a:endParaRPr lang="en-US" sz="2400" dirty="0">
              <a:latin typeface="Verdana" pitchFamily="34" charset="0"/>
            </a:endParaRPr>
          </a:p>
          <a:p>
            <a:pPr marL="342900" indent="-342900">
              <a:buFont typeface="Wingdings" panose="05000000000000000000" pitchFamily="2" charset="2"/>
              <a:buChar char="ü"/>
            </a:pPr>
            <a:r>
              <a:rPr lang="en-US" sz="2400" dirty="0">
                <a:latin typeface="Verdana" pitchFamily="34" charset="0"/>
              </a:rPr>
              <a:t>Programs are divided into what are known as objects.</a:t>
            </a:r>
          </a:p>
          <a:p>
            <a:pPr marL="342900" indent="-342900">
              <a:buFont typeface="Wingdings" panose="05000000000000000000" pitchFamily="2" charset="2"/>
              <a:buChar char="ü"/>
            </a:pPr>
            <a:endParaRPr lang="en-US" sz="2400" dirty="0">
              <a:latin typeface="Verdana" pitchFamily="34" charset="0"/>
            </a:endParaRPr>
          </a:p>
          <a:p>
            <a:pPr marL="342900" indent="-342900">
              <a:buFont typeface="Wingdings" panose="05000000000000000000" pitchFamily="2" charset="2"/>
              <a:buChar char="ü"/>
            </a:pPr>
            <a:r>
              <a:rPr lang="en-US" sz="2400" dirty="0">
                <a:latin typeface="Verdana" pitchFamily="34" charset="0"/>
              </a:rPr>
              <a:t>Data is hidden and cannot be accessed by external functions.</a:t>
            </a:r>
          </a:p>
          <a:p>
            <a:pPr marL="342900" indent="-342900">
              <a:buFont typeface="Wingdings" panose="05000000000000000000" pitchFamily="2" charset="2"/>
              <a:buChar char="ü"/>
            </a:pPr>
            <a:endParaRPr lang="en-US" sz="2400" dirty="0">
              <a:latin typeface="Verdana" pitchFamily="34" charset="0"/>
            </a:endParaRPr>
          </a:p>
          <a:p>
            <a:pPr marL="342900" indent="-342900">
              <a:buFont typeface="Wingdings" panose="05000000000000000000" pitchFamily="2" charset="2"/>
              <a:buChar char="ü"/>
            </a:pPr>
            <a:r>
              <a:rPr lang="en-US" sz="2400" dirty="0">
                <a:latin typeface="Verdana" pitchFamily="34" charset="0"/>
              </a:rPr>
              <a:t>Functions that operate on the data of an object are tied together in the data structure.</a:t>
            </a:r>
          </a:p>
          <a:p>
            <a:pPr marL="342900" indent="-342900">
              <a:buFont typeface="Wingdings" panose="05000000000000000000" pitchFamily="2" charset="2"/>
              <a:buChar char="ü"/>
            </a:pPr>
            <a:endParaRPr lang="en-US" sz="2400" dirty="0">
              <a:latin typeface="Verdana" pitchFamily="34" charset="0"/>
            </a:endParaRPr>
          </a:p>
          <a:p>
            <a:pPr marL="342900" indent="-342900">
              <a:buFont typeface="Wingdings" panose="05000000000000000000" pitchFamily="2" charset="2"/>
              <a:buChar char="ü"/>
            </a:pPr>
            <a:r>
              <a:rPr lang="en-US" sz="2400" dirty="0">
                <a:latin typeface="Verdana" pitchFamily="34" charset="0"/>
              </a:rPr>
              <a:t>Objects may communicate with each other through functions.</a:t>
            </a:r>
          </a:p>
          <a:p>
            <a:pPr marL="342900" indent="-342900">
              <a:buFont typeface="Wingdings" panose="05000000000000000000" pitchFamily="2" charset="2"/>
              <a:buChar char="ü"/>
            </a:pPr>
            <a:endParaRPr lang="en-US" sz="2400" dirty="0">
              <a:latin typeface="Verdana" pitchFamily="34" charset="0"/>
            </a:endParaRPr>
          </a:p>
          <a:p>
            <a:pPr marL="342900" indent="-342900">
              <a:buFont typeface="Wingdings" panose="05000000000000000000" pitchFamily="2" charset="2"/>
              <a:buChar char="ü"/>
            </a:pPr>
            <a:r>
              <a:rPr lang="en-US" sz="2400" dirty="0">
                <a:latin typeface="Verdana" pitchFamily="34" charset="0"/>
              </a:rPr>
              <a:t>Follows bottom-up approach in program design</a:t>
            </a:r>
          </a:p>
        </p:txBody>
      </p:sp>
      <p:sp>
        <p:nvSpPr>
          <p:cNvPr id="4102" name="Rectangle 3"/>
          <p:cNvSpPr>
            <a:spLocks noChangeArrowheads="1"/>
          </p:cNvSpPr>
          <p:nvPr/>
        </p:nvSpPr>
        <p:spPr bwMode="auto">
          <a:xfrm>
            <a:off x="1282701" y="533482"/>
            <a:ext cx="514185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sz="3200" b="1" dirty="0">
                <a:latin typeface="+mj-lt"/>
              </a:rPr>
              <a:t>Object Oriented Programming</a:t>
            </a:r>
          </a:p>
        </p:txBody>
      </p:sp>
    </p:spTree>
    <p:extLst>
      <p:ext uri="{BB962C8B-B14F-4D97-AF65-F5344CB8AC3E}">
        <p14:creationId xmlns:p14="http://schemas.microsoft.com/office/powerpoint/2010/main" val="14150727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43" name="Rectangle 3"/>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44" name="Rectangle 4" descr="90%"/>
          <p:cNvSpPr>
            <a:spLocks noChangeArrowheads="1"/>
          </p:cNvSpPr>
          <p:nvPr/>
        </p:nvSpPr>
        <p:spPr bwMode="auto">
          <a:xfrm>
            <a:off x="7848600" y="3962400"/>
            <a:ext cx="1816100" cy="2273300"/>
          </a:xfrm>
          <a:prstGeom prst="rect">
            <a:avLst/>
          </a:prstGeom>
          <a:solidFill>
            <a:srgbClr val="FFFF00"/>
          </a:solidFill>
          <a:ln w="12700">
            <a:solidFill>
              <a:schemeClr val="tx1"/>
            </a:solidFill>
            <a:miter lim="800000"/>
            <a:headEnd/>
            <a:tailEnd/>
          </a:ln>
          <a:effectLst/>
        </p:spPr>
        <p:txBody>
          <a:bodyPr wrap="none" anchor="ctr"/>
          <a:lstStyle/>
          <a:p>
            <a:endParaRPr lang="en-US"/>
          </a:p>
        </p:txBody>
      </p:sp>
      <p:sp>
        <p:nvSpPr>
          <p:cNvPr id="10245" name="Freeform 5" descr="90%"/>
          <p:cNvSpPr>
            <a:spLocks/>
          </p:cNvSpPr>
          <p:nvPr/>
        </p:nvSpPr>
        <p:spPr bwMode="auto">
          <a:xfrm>
            <a:off x="7943850" y="4129089"/>
            <a:ext cx="1347788" cy="604837"/>
          </a:xfrm>
          <a:custGeom>
            <a:avLst/>
            <a:gdLst>
              <a:gd name="T0" fmla="*/ 122 w 849"/>
              <a:gd name="T1" fmla="*/ 131 h 381"/>
              <a:gd name="T2" fmla="*/ 67 w 849"/>
              <a:gd name="T3" fmla="*/ 175 h 381"/>
              <a:gd name="T4" fmla="*/ 0 w 849"/>
              <a:gd name="T5" fmla="*/ 219 h 381"/>
              <a:gd name="T6" fmla="*/ 0 w 849"/>
              <a:gd name="T7" fmla="*/ 263 h 381"/>
              <a:gd name="T8" fmla="*/ 0 w 849"/>
              <a:gd name="T9" fmla="*/ 307 h 381"/>
              <a:gd name="T10" fmla="*/ 201 w 849"/>
              <a:gd name="T11" fmla="*/ 336 h 381"/>
              <a:gd name="T12" fmla="*/ 268 w 849"/>
              <a:gd name="T13" fmla="*/ 336 h 381"/>
              <a:gd name="T14" fmla="*/ 470 w 849"/>
              <a:gd name="T15" fmla="*/ 336 h 381"/>
              <a:gd name="T16" fmla="*/ 537 w 849"/>
              <a:gd name="T17" fmla="*/ 380 h 381"/>
              <a:gd name="T18" fmla="*/ 782 w 849"/>
              <a:gd name="T19" fmla="*/ 380 h 381"/>
              <a:gd name="T20" fmla="*/ 827 w 849"/>
              <a:gd name="T21" fmla="*/ 336 h 381"/>
              <a:gd name="T22" fmla="*/ 827 w 849"/>
              <a:gd name="T23" fmla="*/ 278 h 381"/>
              <a:gd name="T24" fmla="*/ 827 w 849"/>
              <a:gd name="T25" fmla="*/ 234 h 381"/>
              <a:gd name="T26" fmla="*/ 848 w 849"/>
              <a:gd name="T27" fmla="*/ 190 h 381"/>
              <a:gd name="T28" fmla="*/ 848 w 849"/>
              <a:gd name="T29" fmla="*/ 132 h 381"/>
              <a:gd name="T30" fmla="*/ 848 w 849"/>
              <a:gd name="T31" fmla="*/ 88 h 381"/>
              <a:gd name="T32" fmla="*/ 848 w 849"/>
              <a:gd name="T33" fmla="*/ 29 h 381"/>
              <a:gd name="T34" fmla="*/ 604 w 849"/>
              <a:gd name="T35" fmla="*/ 0 h 381"/>
              <a:gd name="T36" fmla="*/ 470 w 849"/>
              <a:gd name="T37" fmla="*/ 15 h 381"/>
              <a:gd name="T38" fmla="*/ 403 w 849"/>
              <a:gd name="T39" fmla="*/ 58 h 381"/>
              <a:gd name="T40" fmla="*/ 380 w 849"/>
              <a:gd name="T41" fmla="*/ 102 h 381"/>
              <a:gd name="T42" fmla="*/ 313 w 849"/>
              <a:gd name="T43" fmla="*/ 102 h 381"/>
              <a:gd name="T44" fmla="*/ 246 w 849"/>
              <a:gd name="T45" fmla="*/ 102 h 381"/>
              <a:gd name="T46" fmla="*/ 157 w 849"/>
              <a:gd name="T47" fmla="*/ 117 h 381"/>
              <a:gd name="T48" fmla="*/ 134 w 849"/>
              <a:gd name="T49" fmla="*/ 175 h 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849" h="381">
                <a:moveTo>
                  <a:pt x="122" y="131"/>
                </a:moveTo>
                <a:lnTo>
                  <a:pt x="67" y="175"/>
                </a:lnTo>
                <a:lnTo>
                  <a:pt x="0" y="219"/>
                </a:lnTo>
                <a:lnTo>
                  <a:pt x="0" y="263"/>
                </a:lnTo>
                <a:lnTo>
                  <a:pt x="0" y="307"/>
                </a:lnTo>
                <a:lnTo>
                  <a:pt x="201" y="336"/>
                </a:lnTo>
                <a:lnTo>
                  <a:pt x="268" y="336"/>
                </a:lnTo>
                <a:lnTo>
                  <a:pt x="470" y="336"/>
                </a:lnTo>
                <a:lnTo>
                  <a:pt x="537" y="380"/>
                </a:lnTo>
                <a:lnTo>
                  <a:pt x="782" y="380"/>
                </a:lnTo>
                <a:lnTo>
                  <a:pt x="827" y="336"/>
                </a:lnTo>
                <a:lnTo>
                  <a:pt x="827" y="278"/>
                </a:lnTo>
                <a:lnTo>
                  <a:pt x="827" y="234"/>
                </a:lnTo>
                <a:lnTo>
                  <a:pt x="848" y="190"/>
                </a:lnTo>
                <a:lnTo>
                  <a:pt x="848" y="132"/>
                </a:lnTo>
                <a:lnTo>
                  <a:pt x="848" y="88"/>
                </a:lnTo>
                <a:lnTo>
                  <a:pt x="848" y="29"/>
                </a:lnTo>
                <a:lnTo>
                  <a:pt x="604" y="0"/>
                </a:lnTo>
                <a:lnTo>
                  <a:pt x="470" y="15"/>
                </a:lnTo>
                <a:lnTo>
                  <a:pt x="403" y="58"/>
                </a:lnTo>
                <a:lnTo>
                  <a:pt x="380" y="102"/>
                </a:lnTo>
                <a:lnTo>
                  <a:pt x="313" y="102"/>
                </a:lnTo>
                <a:lnTo>
                  <a:pt x="246" y="102"/>
                </a:lnTo>
                <a:lnTo>
                  <a:pt x="157" y="117"/>
                </a:lnTo>
                <a:lnTo>
                  <a:pt x="134" y="175"/>
                </a:lnTo>
              </a:path>
            </a:pathLst>
          </a:custGeom>
          <a:solidFill>
            <a:srgbClr val="FFFF00"/>
          </a:solidFill>
          <a:ln w="12700" cap="rnd" cmpd="sng">
            <a:solidFill>
              <a:schemeClr val="tx1"/>
            </a:solidFill>
            <a:prstDash val="solid"/>
            <a:round/>
            <a:headEnd type="none" w="med" len="med"/>
            <a:tailEnd type="none" w="med" len="med"/>
          </a:ln>
          <a:effectLst/>
        </p:spPr>
        <p:txBody>
          <a:bodyPr/>
          <a:lstStyle/>
          <a:p>
            <a:endParaRPr lang="en-US"/>
          </a:p>
        </p:txBody>
      </p:sp>
      <p:sp>
        <p:nvSpPr>
          <p:cNvPr id="10246" name="Rectangle 6"/>
          <p:cNvSpPr>
            <a:spLocks noChangeArrowheads="1"/>
          </p:cNvSpPr>
          <p:nvPr/>
        </p:nvSpPr>
        <p:spPr bwMode="auto">
          <a:xfrm>
            <a:off x="8050214" y="4240213"/>
            <a:ext cx="833563"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2400" dirty="0">
                <a:latin typeface="Arial" charset="0"/>
              </a:rPr>
              <a:t>Data</a:t>
            </a:r>
          </a:p>
        </p:txBody>
      </p:sp>
      <p:sp>
        <p:nvSpPr>
          <p:cNvPr id="10248" name="Rectangle 8"/>
          <p:cNvSpPr>
            <a:spLocks noChangeArrowheads="1"/>
          </p:cNvSpPr>
          <p:nvPr/>
        </p:nvSpPr>
        <p:spPr bwMode="auto">
          <a:xfrm>
            <a:off x="8074589" y="4869500"/>
            <a:ext cx="1492250" cy="459100"/>
          </a:xfrm>
          <a:prstGeom prst="rect">
            <a:avLst/>
          </a:prstGeom>
          <a:solidFill>
            <a:srgbClr val="FFFF00"/>
          </a:solidFill>
          <a:ln>
            <a:solidFill>
              <a:schemeClr val="tx1"/>
            </a:solidFill>
          </a:ln>
          <a:effectLst/>
        </p:spPr>
        <p:txBody>
          <a:bodyPr wrap="square" lIns="90488" tIns="44450" rIns="90488" bIns="44450">
            <a:spAutoFit/>
          </a:bodyPr>
          <a:lstStyle/>
          <a:p>
            <a:r>
              <a:rPr lang="en-US" sz="2400" dirty="0">
                <a:latin typeface="Arial" charset="0"/>
              </a:rPr>
              <a:t>Function</a:t>
            </a:r>
          </a:p>
        </p:txBody>
      </p:sp>
      <p:sp>
        <p:nvSpPr>
          <p:cNvPr id="10250" name="Rectangle 10"/>
          <p:cNvSpPr>
            <a:spLocks noChangeArrowheads="1"/>
          </p:cNvSpPr>
          <p:nvPr/>
        </p:nvSpPr>
        <p:spPr bwMode="auto">
          <a:xfrm>
            <a:off x="8029986" y="5637981"/>
            <a:ext cx="1492250" cy="459100"/>
          </a:xfrm>
          <a:prstGeom prst="rect">
            <a:avLst/>
          </a:prstGeom>
          <a:solidFill>
            <a:srgbClr val="FFFF00"/>
          </a:solidFill>
          <a:ln>
            <a:solidFill>
              <a:schemeClr val="tx1"/>
            </a:solidFill>
          </a:ln>
          <a:effectLst/>
        </p:spPr>
        <p:txBody>
          <a:bodyPr wrap="square" lIns="90488" tIns="44450" rIns="90488" bIns="44450">
            <a:spAutoFit/>
          </a:bodyPr>
          <a:lstStyle/>
          <a:p>
            <a:r>
              <a:rPr lang="en-US" sz="2400" dirty="0">
                <a:latin typeface="Arial" charset="0"/>
              </a:rPr>
              <a:t>Function</a:t>
            </a:r>
          </a:p>
        </p:txBody>
      </p:sp>
      <p:sp>
        <p:nvSpPr>
          <p:cNvPr id="10251" name="Rectangle 11" descr="90%"/>
          <p:cNvSpPr>
            <a:spLocks noChangeArrowheads="1"/>
          </p:cNvSpPr>
          <p:nvPr/>
        </p:nvSpPr>
        <p:spPr bwMode="auto">
          <a:xfrm>
            <a:off x="2368550" y="1301750"/>
            <a:ext cx="1816100" cy="2273300"/>
          </a:xfrm>
          <a:prstGeom prst="rect">
            <a:avLst/>
          </a:prstGeom>
          <a:solidFill>
            <a:srgbClr val="FFFF00"/>
          </a:solidFill>
          <a:ln w="12700">
            <a:solidFill>
              <a:srgbClr val="FFFF00"/>
            </a:solidFill>
            <a:miter lim="800000"/>
            <a:headEnd/>
            <a:tailEnd/>
          </a:ln>
          <a:effectLst/>
        </p:spPr>
        <p:txBody>
          <a:bodyPr wrap="none" anchor="ctr"/>
          <a:lstStyle/>
          <a:p>
            <a:endParaRPr lang="en-US"/>
          </a:p>
        </p:txBody>
      </p:sp>
      <p:sp>
        <p:nvSpPr>
          <p:cNvPr id="10252" name="Rectangle 12"/>
          <p:cNvSpPr>
            <a:spLocks noGrp="1" noChangeArrowheads="1"/>
          </p:cNvSpPr>
          <p:nvPr>
            <p:ph type="ctrTitle"/>
          </p:nvPr>
        </p:nvSpPr>
        <p:spPr>
          <a:xfrm>
            <a:off x="2743200" y="0"/>
            <a:ext cx="7772400" cy="1143000"/>
          </a:xfrm>
          <a:noFill/>
          <a:ln/>
        </p:spPr>
        <p:txBody>
          <a:bodyPr/>
          <a:lstStyle/>
          <a:p>
            <a:pPr algn="r"/>
            <a:r>
              <a:rPr lang="en-US" sz="2400"/>
              <a:t>Object-Oriented Programming</a:t>
            </a:r>
            <a:br>
              <a:rPr lang="en-US" sz="2400"/>
            </a:br>
            <a:endParaRPr lang="en-US" sz="2400"/>
          </a:p>
        </p:txBody>
      </p:sp>
      <p:sp>
        <p:nvSpPr>
          <p:cNvPr id="10253" name="Rectangle 13"/>
          <p:cNvSpPr>
            <a:spLocks noChangeArrowheads="1"/>
          </p:cNvSpPr>
          <p:nvPr/>
        </p:nvSpPr>
        <p:spPr bwMode="auto">
          <a:xfrm>
            <a:off x="2624666" y="1579563"/>
            <a:ext cx="833563"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sz="2400" dirty="0">
                <a:latin typeface="Arial" charset="0"/>
              </a:rPr>
              <a:t>Data</a:t>
            </a:r>
          </a:p>
        </p:txBody>
      </p:sp>
      <p:sp>
        <p:nvSpPr>
          <p:cNvPr id="10254" name="Rectangle 14"/>
          <p:cNvSpPr>
            <a:spLocks noChangeArrowheads="1"/>
          </p:cNvSpPr>
          <p:nvPr/>
        </p:nvSpPr>
        <p:spPr bwMode="auto">
          <a:xfrm>
            <a:off x="2520950" y="2216150"/>
            <a:ext cx="1435100" cy="4445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55" name="Rectangle 15"/>
          <p:cNvSpPr>
            <a:spLocks noChangeArrowheads="1"/>
          </p:cNvSpPr>
          <p:nvPr/>
        </p:nvSpPr>
        <p:spPr bwMode="auto">
          <a:xfrm>
            <a:off x="2570164" y="2189163"/>
            <a:ext cx="1364157"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2400" dirty="0">
                <a:latin typeface="Arial" charset="0"/>
              </a:rPr>
              <a:t>Function</a:t>
            </a:r>
          </a:p>
        </p:txBody>
      </p:sp>
      <p:sp>
        <p:nvSpPr>
          <p:cNvPr id="10256" name="Rectangle 16"/>
          <p:cNvSpPr>
            <a:spLocks noChangeArrowheads="1"/>
          </p:cNvSpPr>
          <p:nvPr/>
        </p:nvSpPr>
        <p:spPr bwMode="auto">
          <a:xfrm>
            <a:off x="2520950" y="2978150"/>
            <a:ext cx="1435100" cy="4445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57" name="Rectangle 17"/>
          <p:cNvSpPr>
            <a:spLocks noChangeArrowheads="1"/>
          </p:cNvSpPr>
          <p:nvPr/>
        </p:nvSpPr>
        <p:spPr bwMode="auto">
          <a:xfrm>
            <a:off x="2570164" y="2951163"/>
            <a:ext cx="1364157"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2400" dirty="0">
                <a:latin typeface="Arial" charset="0"/>
              </a:rPr>
              <a:t>Function</a:t>
            </a:r>
          </a:p>
        </p:txBody>
      </p:sp>
      <p:sp>
        <p:nvSpPr>
          <p:cNvPr id="10258" name="Freeform 18"/>
          <p:cNvSpPr>
            <a:spLocks/>
          </p:cNvSpPr>
          <p:nvPr/>
        </p:nvSpPr>
        <p:spPr bwMode="auto">
          <a:xfrm>
            <a:off x="2463800" y="1468439"/>
            <a:ext cx="1347788" cy="604837"/>
          </a:xfrm>
          <a:custGeom>
            <a:avLst/>
            <a:gdLst>
              <a:gd name="T0" fmla="*/ 122 w 849"/>
              <a:gd name="T1" fmla="*/ 131 h 381"/>
              <a:gd name="T2" fmla="*/ 67 w 849"/>
              <a:gd name="T3" fmla="*/ 175 h 381"/>
              <a:gd name="T4" fmla="*/ 0 w 849"/>
              <a:gd name="T5" fmla="*/ 219 h 381"/>
              <a:gd name="T6" fmla="*/ 0 w 849"/>
              <a:gd name="T7" fmla="*/ 263 h 381"/>
              <a:gd name="T8" fmla="*/ 0 w 849"/>
              <a:gd name="T9" fmla="*/ 307 h 381"/>
              <a:gd name="T10" fmla="*/ 201 w 849"/>
              <a:gd name="T11" fmla="*/ 336 h 381"/>
              <a:gd name="T12" fmla="*/ 268 w 849"/>
              <a:gd name="T13" fmla="*/ 336 h 381"/>
              <a:gd name="T14" fmla="*/ 470 w 849"/>
              <a:gd name="T15" fmla="*/ 336 h 381"/>
              <a:gd name="T16" fmla="*/ 537 w 849"/>
              <a:gd name="T17" fmla="*/ 380 h 381"/>
              <a:gd name="T18" fmla="*/ 782 w 849"/>
              <a:gd name="T19" fmla="*/ 380 h 381"/>
              <a:gd name="T20" fmla="*/ 827 w 849"/>
              <a:gd name="T21" fmla="*/ 336 h 381"/>
              <a:gd name="T22" fmla="*/ 827 w 849"/>
              <a:gd name="T23" fmla="*/ 278 h 381"/>
              <a:gd name="T24" fmla="*/ 827 w 849"/>
              <a:gd name="T25" fmla="*/ 234 h 381"/>
              <a:gd name="T26" fmla="*/ 848 w 849"/>
              <a:gd name="T27" fmla="*/ 190 h 381"/>
              <a:gd name="T28" fmla="*/ 848 w 849"/>
              <a:gd name="T29" fmla="*/ 132 h 381"/>
              <a:gd name="T30" fmla="*/ 848 w 849"/>
              <a:gd name="T31" fmla="*/ 88 h 381"/>
              <a:gd name="T32" fmla="*/ 848 w 849"/>
              <a:gd name="T33" fmla="*/ 29 h 381"/>
              <a:gd name="T34" fmla="*/ 604 w 849"/>
              <a:gd name="T35" fmla="*/ 0 h 381"/>
              <a:gd name="T36" fmla="*/ 470 w 849"/>
              <a:gd name="T37" fmla="*/ 15 h 381"/>
              <a:gd name="T38" fmla="*/ 403 w 849"/>
              <a:gd name="T39" fmla="*/ 58 h 381"/>
              <a:gd name="T40" fmla="*/ 380 w 849"/>
              <a:gd name="T41" fmla="*/ 102 h 381"/>
              <a:gd name="T42" fmla="*/ 313 w 849"/>
              <a:gd name="T43" fmla="*/ 102 h 381"/>
              <a:gd name="T44" fmla="*/ 246 w 849"/>
              <a:gd name="T45" fmla="*/ 102 h 381"/>
              <a:gd name="T46" fmla="*/ 157 w 849"/>
              <a:gd name="T47" fmla="*/ 117 h 381"/>
              <a:gd name="T48" fmla="*/ 134 w 849"/>
              <a:gd name="T49" fmla="*/ 175 h 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849" h="381">
                <a:moveTo>
                  <a:pt x="122" y="131"/>
                </a:moveTo>
                <a:lnTo>
                  <a:pt x="67" y="175"/>
                </a:lnTo>
                <a:lnTo>
                  <a:pt x="0" y="219"/>
                </a:lnTo>
                <a:lnTo>
                  <a:pt x="0" y="263"/>
                </a:lnTo>
                <a:lnTo>
                  <a:pt x="0" y="307"/>
                </a:lnTo>
                <a:lnTo>
                  <a:pt x="201" y="336"/>
                </a:lnTo>
                <a:lnTo>
                  <a:pt x="268" y="336"/>
                </a:lnTo>
                <a:lnTo>
                  <a:pt x="470" y="336"/>
                </a:lnTo>
                <a:lnTo>
                  <a:pt x="537" y="380"/>
                </a:lnTo>
                <a:lnTo>
                  <a:pt x="782" y="380"/>
                </a:lnTo>
                <a:lnTo>
                  <a:pt x="827" y="336"/>
                </a:lnTo>
                <a:lnTo>
                  <a:pt x="827" y="278"/>
                </a:lnTo>
                <a:lnTo>
                  <a:pt x="827" y="234"/>
                </a:lnTo>
                <a:lnTo>
                  <a:pt x="848" y="190"/>
                </a:lnTo>
                <a:lnTo>
                  <a:pt x="848" y="132"/>
                </a:lnTo>
                <a:lnTo>
                  <a:pt x="848" y="88"/>
                </a:lnTo>
                <a:lnTo>
                  <a:pt x="848" y="29"/>
                </a:lnTo>
                <a:lnTo>
                  <a:pt x="604" y="0"/>
                </a:lnTo>
                <a:lnTo>
                  <a:pt x="470" y="15"/>
                </a:lnTo>
                <a:lnTo>
                  <a:pt x="403" y="58"/>
                </a:lnTo>
                <a:lnTo>
                  <a:pt x="380" y="102"/>
                </a:lnTo>
                <a:lnTo>
                  <a:pt x="313" y="102"/>
                </a:lnTo>
                <a:lnTo>
                  <a:pt x="246" y="102"/>
                </a:lnTo>
                <a:lnTo>
                  <a:pt x="157" y="117"/>
                </a:lnTo>
                <a:lnTo>
                  <a:pt x="134" y="175"/>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59" name="Rectangle 19" descr="90%"/>
          <p:cNvSpPr>
            <a:spLocks noChangeArrowheads="1"/>
          </p:cNvSpPr>
          <p:nvPr/>
        </p:nvSpPr>
        <p:spPr bwMode="auto">
          <a:xfrm>
            <a:off x="6178550" y="1301750"/>
            <a:ext cx="1816100" cy="2273300"/>
          </a:xfrm>
          <a:prstGeom prst="rect">
            <a:avLst/>
          </a:prstGeom>
          <a:solidFill>
            <a:srgbClr val="FFFF00"/>
          </a:solidFill>
          <a:ln w="12700">
            <a:solidFill>
              <a:schemeClr val="tx1"/>
            </a:solidFill>
            <a:miter lim="800000"/>
            <a:headEnd/>
            <a:tailEnd/>
          </a:ln>
          <a:effectLst/>
        </p:spPr>
        <p:txBody>
          <a:bodyPr wrap="none" anchor="ctr"/>
          <a:lstStyle/>
          <a:p>
            <a:endParaRPr lang="en-US"/>
          </a:p>
        </p:txBody>
      </p:sp>
      <p:sp>
        <p:nvSpPr>
          <p:cNvPr id="10260" name="Rectangle 20"/>
          <p:cNvSpPr>
            <a:spLocks noChangeArrowheads="1"/>
          </p:cNvSpPr>
          <p:nvPr/>
        </p:nvSpPr>
        <p:spPr bwMode="auto">
          <a:xfrm>
            <a:off x="6380164" y="1579563"/>
            <a:ext cx="833563"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2400" dirty="0">
                <a:latin typeface="Arial" charset="0"/>
              </a:rPr>
              <a:t>Data</a:t>
            </a:r>
          </a:p>
        </p:txBody>
      </p:sp>
      <p:sp>
        <p:nvSpPr>
          <p:cNvPr id="10261" name="Rectangle 21"/>
          <p:cNvSpPr>
            <a:spLocks noChangeArrowheads="1"/>
          </p:cNvSpPr>
          <p:nvPr/>
        </p:nvSpPr>
        <p:spPr bwMode="auto">
          <a:xfrm>
            <a:off x="6330950" y="2216150"/>
            <a:ext cx="1435100" cy="4445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62" name="Rectangle 22"/>
          <p:cNvSpPr>
            <a:spLocks noChangeArrowheads="1"/>
          </p:cNvSpPr>
          <p:nvPr/>
        </p:nvSpPr>
        <p:spPr bwMode="auto">
          <a:xfrm>
            <a:off x="6380164" y="2189163"/>
            <a:ext cx="1364157"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2400" dirty="0">
                <a:latin typeface="Arial" charset="0"/>
              </a:rPr>
              <a:t>Function</a:t>
            </a:r>
          </a:p>
        </p:txBody>
      </p:sp>
      <p:sp>
        <p:nvSpPr>
          <p:cNvPr id="10263" name="Rectangle 23"/>
          <p:cNvSpPr>
            <a:spLocks noChangeArrowheads="1"/>
          </p:cNvSpPr>
          <p:nvPr/>
        </p:nvSpPr>
        <p:spPr bwMode="auto">
          <a:xfrm>
            <a:off x="6330950" y="2978150"/>
            <a:ext cx="1435100" cy="4445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64" name="Rectangle 24"/>
          <p:cNvSpPr>
            <a:spLocks noChangeArrowheads="1"/>
          </p:cNvSpPr>
          <p:nvPr/>
        </p:nvSpPr>
        <p:spPr bwMode="auto">
          <a:xfrm>
            <a:off x="6380164" y="2951163"/>
            <a:ext cx="1364157"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2400" dirty="0">
                <a:latin typeface="Arial" charset="0"/>
              </a:rPr>
              <a:t>Function</a:t>
            </a:r>
          </a:p>
        </p:txBody>
      </p:sp>
      <p:sp>
        <p:nvSpPr>
          <p:cNvPr id="10265" name="Freeform 25"/>
          <p:cNvSpPr>
            <a:spLocks/>
          </p:cNvSpPr>
          <p:nvPr/>
        </p:nvSpPr>
        <p:spPr bwMode="auto">
          <a:xfrm>
            <a:off x="6273800" y="1468439"/>
            <a:ext cx="1347788" cy="604837"/>
          </a:xfrm>
          <a:custGeom>
            <a:avLst/>
            <a:gdLst>
              <a:gd name="T0" fmla="*/ 122 w 849"/>
              <a:gd name="T1" fmla="*/ 131 h 381"/>
              <a:gd name="T2" fmla="*/ 67 w 849"/>
              <a:gd name="T3" fmla="*/ 175 h 381"/>
              <a:gd name="T4" fmla="*/ 0 w 849"/>
              <a:gd name="T5" fmla="*/ 219 h 381"/>
              <a:gd name="T6" fmla="*/ 0 w 849"/>
              <a:gd name="T7" fmla="*/ 263 h 381"/>
              <a:gd name="T8" fmla="*/ 0 w 849"/>
              <a:gd name="T9" fmla="*/ 307 h 381"/>
              <a:gd name="T10" fmla="*/ 201 w 849"/>
              <a:gd name="T11" fmla="*/ 336 h 381"/>
              <a:gd name="T12" fmla="*/ 268 w 849"/>
              <a:gd name="T13" fmla="*/ 336 h 381"/>
              <a:gd name="T14" fmla="*/ 470 w 849"/>
              <a:gd name="T15" fmla="*/ 336 h 381"/>
              <a:gd name="T16" fmla="*/ 537 w 849"/>
              <a:gd name="T17" fmla="*/ 380 h 381"/>
              <a:gd name="T18" fmla="*/ 782 w 849"/>
              <a:gd name="T19" fmla="*/ 380 h 381"/>
              <a:gd name="T20" fmla="*/ 827 w 849"/>
              <a:gd name="T21" fmla="*/ 336 h 381"/>
              <a:gd name="T22" fmla="*/ 827 w 849"/>
              <a:gd name="T23" fmla="*/ 278 h 381"/>
              <a:gd name="T24" fmla="*/ 827 w 849"/>
              <a:gd name="T25" fmla="*/ 234 h 381"/>
              <a:gd name="T26" fmla="*/ 848 w 849"/>
              <a:gd name="T27" fmla="*/ 190 h 381"/>
              <a:gd name="T28" fmla="*/ 848 w 849"/>
              <a:gd name="T29" fmla="*/ 132 h 381"/>
              <a:gd name="T30" fmla="*/ 848 w 849"/>
              <a:gd name="T31" fmla="*/ 88 h 381"/>
              <a:gd name="T32" fmla="*/ 848 w 849"/>
              <a:gd name="T33" fmla="*/ 29 h 381"/>
              <a:gd name="T34" fmla="*/ 604 w 849"/>
              <a:gd name="T35" fmla="*/ 0 h 381"/>
              <a:gd name="T36" fmla="*/ 470 w 849"/>
              <a:gd name="T37" fmla="*/ 15 h 381"/>
              <a:gd name="T38" fmla="*/ 403 w 849"/>
              <a:gd name="T39" fmla="*/ 58 h 381"/>
              <a:gd name="T40" fmla="*/ 380 w 849"/>
              <a:gd name="T41" fmla="*/ 102 h 381"/>
              <a:gd name="T42" fmla="*/ 313 w 849"/>
              <a:gd name="T43" fmla="*/ 102 h 381"/>
              <a:gd name="T44" fmla="*/ 246 w 849"/>
              <a:gd name="T45" fmla="*/ 102 h 381"/>
              <a:gd name="T46" fmla="*/ 157 w 849"/>
              <a:gd name="T47" fmla="*/ 117 h 381"/>
              <a:gd name="T48" fmla="*/ 134 w 849"/>
              <a:gd name="T49" fmla="*/ 175 h 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849" h="381">
                <a:moveTo>
                  <a:pt x="122" y="131"/>
                </a:moveTo>
                <a:lnTo>
                  <a:pt x="67" y="175"/>
                </a:lnTo>
                <a:lnTo>
                  <a:pt x="0" y="219"/>
                </a:lnTo>
                <a:lnTo>
                  <a:pt x="0" y="263"/>
                </a:lnTo>
                <a:lnTo>
                  <a:pt x="0" y="307"/>
                </a:lnTo>
                <a:lnTo>
                  <a:pt x="201" y="336"/>
                </a:lnTo>
                <a:lnTo>
                  <a:pt x="268" y="336"/>
                </a:lnTo>
                <a:lnTo>
                  <a:pt x="470" y="336"/>
                </a:lnTo>
                <a:lnTo>
                  <a:pt x="537" y="380"/>
                </a:lnTo>
                <a:lnTo>
                  <a:pt x="782" y="380"/>
                </a:lnTo>
                <a:lnTo>
                  <a:pt x="827" y="336"/>
                </a:lnTo>
                <a:lnTo>
                  <a:pt x="827" y="278"/>
                </a:lnTo>
                <a:lnTo>
                  <a:pt x="827" y="234"/>
                </a:lnTo>
                <a:lnTo>
                  <a:pt x="848" y="190"/>
                </a:lnTo>
                <a:lnTo>
                  <a:pt x="848" y="132"/>
                </a:lnTo>
                <a:lnTo>
                  <a:pt x="848" y="88"/>
                </a:lnTo>
                <a:lnTo>
                  <a:pt x="848" y="29"/>
                </a:lnTo>
                <a:lnTo>
                  <a:pt x="604" y="0"/>
                </a:lnTo>
                <a:lnTo>
                  <a:pt x="470" y="15"/>
                </a:lnTo>
                <a:lnTo>
                  <a:pt x="403" y="58"/>
                </a:lnTo>
                <a:lnTo>
                  <a:pt x="380" y="102"/>
                </a:lnTo>
                <a:lnTo>
                  <a:pt x="313" y="102"/>
                </a:lnTo>
                <a:lnTo>
                  <a:pt x="246" y="102"/>
                </a:lnTo>
                <a:lnTo>
                  <a:pt x="157" y="117"/>
                </a:lnTo>
                <a:lnTo>
                  <a:pt x="134" y="175"/>
                </a:lnTo>
              </a:path>
            </a:pathLst>
          </a:custGeom>
          <a:noFill/>
          <a:ln w="127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66" name="Line 26"/>
          <p:cNvSpPr>
            <a:spLocks noChangeShapeType="1"/>
          </p:cNvSpPr>
          <p:nvPr/>
        </p:nvSpPr>
        <p:spPr bwMode="auto">
          <a:xfrm>
            <a:off x="3894138" y="2438400"/>
            <a:ext cx="2576512" cy="0"/>
          </a:xfrm>
          <a:prstGeom prst="line">
            <a:avLst/>
          </a:prstGeom>
          <a:noFill/>
          <a:ln w="12700">
            <a:solidFill>
              <a:schemeClr val="tx1"/>
            </a:solidFill>
            <a:prstDash val="lgDash"/>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67" name="Line 27"/>
          <p:cNvSpPr>
            <a:spLocks noChangeShapeType="1"/>
          </p:cNvSpPr>
          <p:nvPr/>
        </p:nvSpPr>
        <p:spPr bwMode="auto">
          <a:xfrm>
            <a:off x="3894138" y="3284538"/>
            <a:ext cx="4100512" cy="1738312"/>
          </a:xfrm>
          <a:prstGeom prst="line">
            <a:avLst/>
          </a:prstGeom>
          <a:noFill/>
          <a:ln w="12700">
            <a:solidFill>
              <a:schemeClr val="tx1"/>
            </a:solidFill>
            <a:prstDash val="lgDash"/>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68" name="Line 28"/>
          <p:cNvSpPr>
            <a:spLocks noChangeShapeType="1"/>
          </p:cNvSpPr>
          <p:nvPr/>
        </p:nvSpPr>
        <p:spPr bwMode="auto">
          <a:xfrm flipV="1">
            <a:off x="3894138" y="3195638"/>
            <a:ext cx="2424112" cy="1992312"/>
          </a:xfrm>
          <a:prstGeom prst="line">
            <a:avLst/>
          </a:prstGeom>
          <a:noFill/>
          <a:ln w="12700">
            <a:solidFill>
              <a:schemeClr val="tx1"/>
            </a:solidFill>
            <a:prstDash val="lgDash"/>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69" name="Line 29"/>
          <p:cNvSpPr>
            <a:spLocks noChangeShapeType="1"/>
          </p:cNvSpPr>
          <p:nvPr/>
        </p:nvSpPr>
        <p:spPr bwMode="auto">
          <a:xfrm>
            <a:off x="3894138" y="5341938"/>
            <a:ext cx="4100512" cy="595312"/>
          </a:xfrm>
          <a:prstGeom prst="line">
            <a:avLst/>
          </a:prstGeom>
          <a:noFill/>
          <a:ln w="12700">
            <a:solidFill>
              <a:schemeClr val="tx1"/>
            </a:solidFill>
            <a:prstDash val="lgDash"/>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70" name="Rectangle 30"/>
          <p:cNvSpPr>
            <a:spLocks noChangeArrowheads="1"/>
          </p:cNvSpPr>
          <p:nvPr/>
        </p:nvSpPr>
        <p:spPr bwMode="auto">
          <a:xfrm>
            <a:off x="2570163" y="939800"/>
            <a:ext cx="1166812" cy="40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2000">
                <a:latin typeface="Arial" charset="0"/>
              </a:rPr>
              <a:t>Object A</a:t>
            </a:r>
          </a:p>
        </p:txBody>
      </p:sp>
      <p:sp>
        <p:nvSpPr>
          <p:cNvPr id="10271" name="Rectangle 31"/>
          <p:cNvSpPr>
            <a:spLocks noChangeArrowheads="1"/>
          </p:cNvSpPr>
          <p:nvPr/>
        </p:nvSpPr>
        <p:spPr bwMode="auto">
          <a:xfrm>
            <a:off x="8148638" y="3576638"/>
            <a:ext cx="1181100" cy="40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2000">
                <a:latin typeface="Arial" charset="0"/>
              </a:rPr>
              <a:t>Object C</a:t>
            </a:r>
          </a:p>
        </p:txBody>
      </p:sp>
      <p:sp>
        <p:nvSpPr>
          <p:cNvPr id="10272" name="Rectangle 32"/>
          <p:cNvSpPr>
            <a:spLocks noChangeArrowheads="1"/>
          </p:cNvSpPr>
          <p:nvPr/>
        </p:nvSpPr>
        <p:spPr bwMode="auto">
          <a:xfrm>
            <a:off x="6472238" y="909638"/>
            <a:ext cx="1166812" cy="40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2000">
                <a:latin typeface="Arial" charset="0"/>
              </a:rPr>
              <a:t>Object B</a:t>
            </a:r>
          </a:p>
        </p:txBody>
      </p:sp>
      <p:sp>
        <p:nvSpPr>
          <p:cNvPr id="10273" name="Rectangle 33"/>
          <p:cNvSpPr>
            <a:spLocks noChangeArrowheads="1"/>
          </p:cNvSpPr>
          <p:nvPr/>
        </p:nvSpPr>
        <p:spPr bwMode="auto">
          <a:xfrm>
            <a:off x="2362200" y="3962400"/>
            <a:ext cx="1816100" cy="22733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74" name="Rectangle 34"/>
          <p:cNvSpPr>
            <a:spLocks noChangeArrowheads="1"/>
          </p:cNvSpPr>
          <p:nvPr/>
        </p:nvSpPr>
        <p:spPr bwMode="auto">
          <a:xfrm>
            <a:off x="2463801" y="4547078"/>
            <a:ext cx="1461329" cy="828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r>
              <a:rPr lang="en-US" sz="2400" dirty="0">
                <a:latin typeface="Arial" charset="0"/>
              </a:rPr>
              <a:t>Main</a:t>
            </a:r>
          </a:p>
          <a:p>
            <a:r>
              <a:rPr lang="en-US" sz="2400" dirty="0">
                <a:latin typeface="Arial" charset="0"/>
              </a:rPr>
              <a:t>Function</a:t>
            </a:r>
          </a:p>
        </p:txBody>
      </p:sp>
      <p:sp>
        <p:nvSpPr>
          <p:cNvPr id="10275" name="Rectangle 35"/>
          <p:cNvSpPr>
            <a:spLocks noChangeArrowheads="1"/>
          </p:cNvSpPr>
          <p:nvPr/>
        </p:nvSpPr>
        <p:spPr bwMode="auto">
          <a:xfrm>
            <a:off x="8453438" y="941389"/>
            <a:ext cx="1755290" cy="736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sz="1400" i="1">
                <a:latin typeface="Arial" charset="0"/>
              </a:rPr>
              <a:t>Objects as</a:t>
            </a:r>
          </a:p>
          <a:p>
            <a:r>
              <a:rPr lang="en-US" sz="1400" i="1">
                <a:latin typeface="Arial" charset="0"/>
              </a:rPr>
              <a:t>“Reusable Software</a:t>
            </a:r>
          </a:p>
          <a:p>
            <a:r>
              <a:rPr lang="en-US" sz="1400" i="1">
                <a:latin typeface="Arial" charset="0"/>
              </a:rPr>
              <a:t>Components”</a:t>
            </a:r>
          </a:p>
        </p:txBody>
      </p:sp>
    </p:spTree>
    <p:extLst>
      <p:ext uri="{BB962C8B-B14F-4D97-AF65-F5344CB8AC3E}">
        <p14:creationId xmlns:p14="http://schemas.microsoft.com/office/powerpoint/2010/main" val="2006333355"/>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p>
            <a:r>
              <a:rPr lang="en-US" sz="3200" kern="1200" dirty="0">
                <a:solidFill>
                  <a:schemeClr val="tx1"/>
                </a:solidFill>
                <a:ea typeface="+mn-ea"/>
                <a:cs typeface="+mn-cs"/>
              </a:rPr>
              <a:t>Concepts of Object Oriented Programming</a:t>
            </a:r>
          </a:p>
        </p:txBody>
      </p:sp>
      <p:sp>
        <p:nvSpPr>
          <p:cNvPr id="3" name="Content Placeholder 2"/>
          <p:cNvSpPr>
            <a:spLocks noGrp="1"/>
          </p:cNvSpPr>
          <p:nvPr>
            <p:ph idx="1"/>
          </p:nvPr>
        </p:nvSpPr>
        <p:spPr>
          <a:xfrm>
            <a:off x="838200" y="1371600"/>
            <a:ext cx="10515600" cy="4805363"/>
          </a:xfrm>
        </p:spPr>
        <p:txBody>
          <a:bodyPr>
            <a:normAutofit fontScale="70000" lnSpcReduction="20000"/>
          </a:bodyPr>
          <a:lstStyle/>
          <a:p>
            <a:endParaRPr lang="en-US" dirty="0">
              <a:latin typeface="Verdana" pitchFamily="34" charset="0"/>
            </a:endParaRPr>
          </a:p>
          <a:p>
            <a:pPr>
              <a:buFontTx/>
              <a:buChar char="•"/>
            </a:pPr>
            <a:r>
              <a:rPr lang="en-US" dirty="0">
                <a:latin typeface="Verdana" pitchFamily="34" charset="0"/>
              </a:rPr>
              <a:t>Objects</a:t>
            </a:r>
          </a:p>
          <a:p>
            <a:endParaRPr lang="en-US" dirty="0">
              <a:latin typeface="Verdana" pitchFamily="34" charset="0"/>
            </a:endParaRPr>
          </a:p>
          <a:p>
            <a:pPr>
              <a:buFontTx/>
              <a:buChar char="•"/>
            </a:pPr>
            <a:r>
              <a:rPr lang="en-US" dirty="0">
                <a:latin typeface="Verdana" pitchFamily="34" charset="0"/>
              </a:rPr>
              <a:t>Classes</a:t>
            </a:r>
          </a:p>
          <a:p>
            <a:endParaRPr lang="en-US" dirty="0">
              <a:latin typeface="Verdana" pitchFamily="34" charset="0"/>
            </a:endParaRPr>
          </a:p>
          <a:p>
            <a:pPr>
              <a:buFontTx/>
              <a:buChar char="•"/>
            </a:pPr>
            <a:r>
              <a:rPr lang="en-US" dirty="0">
                <a:latin typeface="Verdana" pitchFamily="34" charset="0"/>
              </a:rPr>
              <a:t>Data abstraction and encapsulation</a:t>
            </a:r>
          </a:p>
          <a:p>
            <a:endParaRPr lang="en-US" dirty="0">
              <a:latin typeface="Verdana" pitchFamily="34" charset="0"/>
            </a:endParaRPr>
          </a:p>
          <a:p>
            <a:pPr>
              <a:buFontTx/>
              <a:buChar char="•"/>
            </a:pPr>
            <a:r>
              <a:rPr lang="en-US" dirty="0">
                <a:latin typeface="Verdana" pitchFamily="34" charset="0"/>
              </a:rPr>
              <a:t>Inheritance</a:t>
            </a:r>
          </a:p>
          <a:p>
            <a:endParaRPr lang="en-US" dirty="0">
              <a:latin typeface="Verdana" pitchFamily="34" charset="0"/>
            </a:endParaRPr>
          </a:p>
          <a:p>
            <a:pPr>
              <a:buFontTx/>
              <a:buChar char="•"/>
            </a:pPr>
            <a:r>
              <a:rPr lang="en-US" dirty="0">
                <a:latin typeface="Verdana" pitchFamily="34" charset="0"/>
              </a:rPr>
              <a:t>Polymorphism</a:t>
            </a:r>
          </a:p>
          <a:p>
            <a:endParaRPr lang="en-US" dirty="0">
              <a:latin typeface="Verdana" pitchFamily="34" charset="0"/>
            </a:endParaRPr>
          </a:p>
          <a:p>
            <a:pPr>
              <a:buFontTx/>
              <a:buChar char="•"/>
            </a:pPr>
            <a:r>
              <a:rPr lang="en-US" dirty="0">
                <a:latin typeface="Verdana" pitchFamily="34" charset="0"/>
              </a:rPr>
              <a:t>Dynamic binding</a:t>
            </a:r>
          </a:p>
          <a:p>
            <a:endParaRPr lang="en-US" dirty="0">
              <a:latin typeface="Verdana" pitchFamily="34" charset="0"/>
            </a:endParaRPr>
          </a:p>
          <a:p>
            <a:pPr>
              <a:buFontTx/>
              <a:buChar char="•"/>
            </a:pPr>
            <a:r>
              <a:rPr lang="en-US" dirty="0">
                <a:latin typeface="Verdana" pitchFamily="34" charset="0"/>
              </a:rPr>
              <a:t>Message passing</a:t>
            </a:r>
          </a:p>
          <a:p>
            <a:endParaRPr lang="en-US" dirty="0"/>
          </a:p>
        </p:txBody>
      </p:sp>
      <p:sp>
        <p:nvSpPr>
          <p:cNvPr id="5124"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fld id="{5ABDEB10-52C7-4B5C-8D9B-04C343A9EA05}" type="slidenum">
              <a:rPr lang="en-US" sz="1400"/>
              <a:pPr eaLnBrk="1" hangingPunct="1"/>
              <a:t>31</a:t>
            </a:fld>
            <a:endParaRPr lang="en-US" sz="1400"/>
          </a:p>
        </p:txBody>
      </p:sp>
    </p:spTree>
    <p:extLst>
      <p:ext uri="{BB962C8B-B14F-4D97-AF65-F5344CB8AC3E}">
        <p14:creationId xmlns:p14="http://schemas.microsoft.com/office/powerpoint/2010/main" val="30263130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kern="1200" dirty="0">
                <a:solidFill>
                  <a:schemeClr val="tx1"/>
                </a:solidFill>
                <a:ea typeface="+mn-ea"/>
                <a:cs typeface="+mn-cs"/>
              </a:rPr>
              <a:t>Objects</a:t>
            </a:r>
            <a:r>
              <a:rPr lang="en-US" dirty="0">
                <a:solidFill>
                  <a:srgbClr val="993366"/>
                </a:solidFill>
                <a:latin typeface="Verdana" pitchFamily="34" charset="0"/>
              </a:rPr>
              <a:t> </a:t>
            </a:r>
            <a:endParaRPr lang="en-US" dirty="0"/>
          </a:p>
        </p:txBody>
      </p:sp>
      <p:sp>
        <p:nvSpPr>
          <p:cNvPr id="3" name="Content Placeholder 2"/>
          <p:cNvSpPr>
            <a:spLocks noGrp="1"/>
          </p:cNvSpPr>
          <p:nvPr>
            <p:ph idx="1"/>
          </p:nvPr>
        </p:nvSpPr>
        <p:spPr/>
        <p:txBody>
          <a:bodyPr>
            <a:normAutofit fontScale="85000" lnSpcReduction="20000"/>
          </a:bodyPr>
          <a:lstStyle/>
          <a:p>
            <a:endParaRPr lang="en-US" dirty="0">
              <a:solidFill>
                <a:srgbClr val="993366"/>
              </a:solidFill>
            </a:endParaRPr>
          </a:p>
          <a:p>
            <a:r>
              <a:rPr lang="en-US" dirty="0"/>
              <a:t>Objects are the basic run-time entities in an object oriented system. </a:t>
            </a:r>
          </a:p>
          <a:p>
            <a:endParaRPr lang="en-US" dirty="0"/>
          </a:p>
          <a:p>
            <a:r>
              <a:rPr lang="en-US" dirty="0"/>
              <a:t>They may represent a place, a bank account, a table of data or any item that the program has to handle. </a:t>
            </a:r>
          </a:p>
          <a:p>
            <a:endParaRPr lang="en-US" dirty="0"/>
          </a:p>
          <a:p>
            <a:r>
              <a:rPr lang="en-US" dirty="0"/>
              <a:t>When a program  is executed, the objects interact by sending messages to one another. For example, if “customer” and “account” are two objects in a program, then the customer object may send a message to the account object requesting for the bank balance. </a:t>
            </a:r>
          </a:p>
          <a:p>
            <a:endParaRPr lang="en-US" dirty="0"/>
          </a:p>
          <a:p>
            <a:r>
              <a:rPr lang="en-US" dirty="0"/>
              <a:t>Each object contains data, and code to manipulate the data.  </a:t>
            </a:r>
          </a:p>
          <a:p>
            <a:endParaRPr lang="en-US" dirty="0"/>
          </a:p>
        </p:txBody>
      </p:sp>
      <p:sp>
        <p:nvSpPr>
          <p:cNvPr id="6148"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fld id="{CAB19CB2-3B8D-4B41-9AD1-163E5B34CF12}" type="slidenum">
              <a:rPr lang="en-US" sz="1400"/>
              <a:pPr eaLnBrk="1" hangingPunct="1"/>
              <a:t>32</a:t>
            </a:fld>
            <a:endParaRPr lang="en-US" sz="1400"/>
          </a:p>
        </p:txBody>
      </p:sp>
      <p:sp>
        <p:nvSpPr>
          <p:cNvPr id="6149" name="Rectangle 2"/>
          <p:cNvSpPr>
            <a:spLocks noChangeArrowheads="1"/>
          </p:cNvSpPr>
          <p:nvPr/>
        </p:nvSpPr>
        <p:spPr bwMode="auto">
          <a:xfrm>
            <a:off x="838200" y="2654270"/>
            <a:ext cx="9296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endParaRPr lang="en-US" sz="2000" dirty="0"/>
          </a:p>
        </p:txBody>
      </p:sp>
      <p:grpSp>
        <p:nvGrpSpPr>
          <p:cNvPr id="4" name="Group 3"/>
          <p:cNvGrpSpPr/>
          <p:nvPr/>
        </p:nvGrpSpPr>
        <p:grpSpPr>
          <a:xfrm>
            <a:off x="5981700" y="114300"/>
            <a:ext cx="5816599" cy="1257300"/>
            <a:chOff x="5981700" y="114300"/>
            <a:chExt cx="5816599" cy="1257300"/>
          </a:xfrm>
        </p:grpSpPr>
        <p:sp>
          <p:nvSpPr>
            <p:cNvPr id="8" name="Rectangle 3"/>
            <p:cNvSpPr txBox="1">
              <a:spLocks noChangeArrowheads="1"/>
            </p:cNvSpPr>
            <p:nvPr/>
          </p:nvSpPr>
          <p:spPr bwMode="auto">
            <a:xfrm>
              <a:off x="8085666" y="215900"/>
              <a:ext cx="3712633" cy="1155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2"/>
                </a:buClr>
                <a:buFont typeface="Monotype Sorts" pitchFamily="2" charset="2"/>
                <a:buChar char="z"/>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Font typeface="Monotype Sorts" pitchFamily="2" charset="2"/>
                <a:buChar char="y"/>
                <a:defRPr kumimoji="1" sz="2800">
                  <a:solidFill>
                    <a:schemeClr val="tx1"/>
                  </a:solidFill>
                  <a:latin typeface="+mn-lt"/>
                </a:defRPr>
              </a:lvl2pPr>
              <a:lvl3pPr marL="1143000" indent="-228600" algn="l" rtl="0" eaLnBrk="0" fontAlgn="base" hangingPunct="0">
                <a:spcBef>
                  <a:spcPct val="20000"/>
                </a:spcBef>
                <a:spcAft>
                  <a:spcPct val="0"/>
                </a:spcAft>
                <a:buClr>
                  <a:schemeClr val="accent2"/>
                </a:buClr>
                <a:buFont typeface="Monotype Sorts" pitchFamily="2" charset="2"/>
                <a:buChar char="x"/>
                <a:defRPr kumimoji="1" sz="2400">
                  <a:solidFill>
                    <a:schemeClr val="tx1"/>
                  </a:solidFill>
                  <a:latin typeface="+mn-lt"/>
                </a:defRPr>
              </a:lvl3pPr>
              <a:lvl4pPr marL="1600200" indent="-228600" algn="l" rtl="0" eaLnBrk="0" fontAlgn="base" hangingPunct="0">
                <a:spcBef>
                  <a:spcPct val="20000"/>
                </a:spcBef>
                <a:spcAft>
                  <a:spcPct val="0"/>
                </a:spcAft>
                <a:buClr>
                  <a:schemeClr val="accent2"/>
                </a:buClr>
                <a:buChar char="•"/>
                <a:defRPr kumimoji="1" sz="2000">
                  <a:solidFill>
                    <a:schemeClr val="tx1"/>
                  </a:solidFill>
                  <a:latin typeface="+mn-lt"/>
                </a:defRPr>
              </a:lvl4pPr>
              <a:lvl5pPr marL="2057400" indent="-228600" algn="l" rtl="0" eaLnBrk="0" fontAlgn="base" hangingPunct="0">
                <a:spcBef>
                  <a:spcPct val="20000"/>
                </a:spcBef>
                <a:spcAft>
                  <a:spcPct val="0"/>
                </a:spcAft>
                <a:buClr>
                  <a:schemeClr val="accent2"/>
                </a:buClr>
                <a:buChar char="–"/>
                <a:defRPr kumimoji="1" sz="2000">
                  <a:solidFill>
                    <a:schemeClr val="tx1"/>
                  </a:solidFill>
                  <a:latin typeface="+mn-lt"/>
                </a:defRPr>
              </a:lvl5pPr>
              <a:lvl6pPr marL="2514600" indent="-228600" algn="l" rtl="0" eaLnBrk="0" fontAlgn="base" hangingPunct="0">
                <a:spcBef>
                  <a:spcPct val="20000"/>
                </a:spcBef>
                <a:spcAft>
                  <a:spcPct val="0"/>
                </a:spcAft>
                <a:buClr>
                  <a:schemeClr val="accent2"/>
                </a:buClr>
                <a:buChar char="–"/>
                <a:defRPr kumimoji="1" sz="2000">
                  <a:solidFill>
                    <a:schemeClr val="tx1"/>
                  </a:solidFill>
                  <a:latin typeface="+mn-lt"/>
                </a:defRPr>
              </a:lvl6pPr>
              <a:lvl7pPr marL="2971800" indent="-228600" algn="l" rtl="0" eaLnBrk="0" fontAlgn="base" hangingPunct="0">
                <a:spcBef>
                  <a:spcPct val="20000"/>
                </a:spcBef>
                <a:spcAft>
                  <a:spcPct val="0"/>
                </a:spcAft>
                <a:buClr>
                  <a:schemeClr val="accent2"/>
                </a:buClr>
                <a:buChar char="–"/>
                <a:defRPr kumimoji="1" sz="2000">
                  <a:solidFill>
                    <a:schemeClr val="tx1"/>
                  </a:solidFill>
                  <a:latin typeface="+mn-lt"/>
                </a:defRPr>
              </a:lvl7pPr>
              <a:lvl8pPr marL="3429000" indent="-228600" algn="l" rtl="0" eaLnBrk="0" fontAlgn="base" hangingPunct="0">
                <a:spcBef>
                  <a:spcPct val="20000"/>
                </a:spcBef>
                <a:spcAft>
                  <a:spcPct val="0"/>
                </a:spcAft>
                <a:buClr>
                  <a:schemeClr val="accent2"/>
                </a:buClr>
                <a:buChar char="–"/>
                <a:defRPr kumimoji="1" sz="2000">
                  <a:solidFill>
                    <a:schemeClr val="tx1"/>
                  </a:solidFill>
                  <a:latin typeface="+mn-lt"/>
                </a:defRPr>
              </a:lvl8pPr>
              <a:lvl9pPr marL="3886200" indent="-228600" algn="l" rtl="0" eaLnBrk="0" fontAlgn="base" hangingPunct="0">
                <a:spcBef>
                  <a:spcPct val="20000"/>
                </a:spcBef>
                <a:spcAft>
                  <a:spcPct val="0"/>
                </a:spcAft>
                <a:buClr>
                  <a:schemeClr val="accent2"/>
                </a:buClr>
                <a:buChar char="–"/>
                <a:defRPr kumimoji="1" sz="2000">
                  <a:solidFill>
                    <a:schemeClr val="tx1"/>
                  </a:solidFill>
                  <a:latin typeface="+mn-lt"/>
                </a:defRPr>
              </a:lvl9pPr>
            </a:lstStyle>
            <a:p>
              <a:pPr>
                <a:buFont typeface="Monotype Sorts" pitchFamily="2" charset="2"/>
                <a:buNone/>
              </a:pPr>
              <a:r>
                <a:rPr lang="en-GB" sz="2000" kern="0" dirty="0">
                  <a:solidFill>
                    <a:srgbClr val="0033CC"/>
                  </a:solidFill>
                </a:rPr>
                <a:t>An object is like a black box.</a:t>
              </a:r>
            </a:p>
            <a:p>
              <a:pPr>
                <a:buFont typeface="Monotype Sorts" pitchFamily="2" charset="2"/>
                <a:buNone/>
              </a:pPr>
              <a:r>
                <a:rPr lang="en-GB" sz="2000" kern="0" dirty="0">
                  <a:solidFill>
                    <a:srgbClr val="0033CC"/>
                  </a:solidFill>
                </a:rPr>
                <a:t> The internal details are hidden.</a:t>
              </a:r>
            </a:p>
          </p:txBody>
        </p:sp>
        <p:pic>
          <p:nvPicPr>
            <p:cNvPr id="9" name="Picture 6" descr="U:\objori\Present.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81700" y="114300"/>
              <a:ext cx="16764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2794125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Reminder Pop Quiz!</a:t>
            </a:r>
          </a:p>
        </p:txBody>
      </p:sp>
      <p:sp>
        <p:nvSpPr>
          <p:cNvPr id="3" name="Content Placeholder 2"/>
          <p:cNvSpPr>
            <a:spLocks noGrp="1"/>
          </p:cNvSpPr>
          <p:nvPr>
            <p:ph idx="1"/>
          </p:nvPr>
        </p:nvSpPr>
        <p:spPr/>
        <p:txBody>
          <a:bodyPr/>
          <a:lstStyle/>
          <a:p>
            <a:r>
              <a:rPr lang="en-US" dirty="0"/>
              <a:t>Objects have:</a:t>
            </a:r>
          </a:p>
          <a:p>
            <a:pPr marL="971550" lvl="1" indent="-514350">
              <a:buFont typeface="+mj-lt"/>
              <a:buAutoNum type="alphaUcPeriod"/>
            </a:pPr>
            <a:r>
              <a:rPr lang="en-US" dirty="0"/>
              <a:t>Both attributes and </a:t>
            </a:r>
            <a:r>
              <a:rPr lang="en-US" dirty="0" err="1"/>
              <a:t>behaviour</a:t>
            </a:r>
            <a:endParaRPr lang="en-US" dirty="0"/>
          </a:p>
          <a:p>
            <a:pPr marL="971550" lvl="1" indent="-514350">
              <a:buFont typeface="+mj-lt"/>
              <a:buAutoNum type="alphaUcPeriod"/>
            </a:pPr>
            <a:r>
              <a:rPr lang="en-US" dirty="0"/>
              <a:t>Only attributes</a:t>
            </a:r>
          </a:p>
          <a:p>
            <a:pPr marL="971550" lvl="1" indent="-514350">
              <a:buFont typeface="+mj-lt"/>
              <a:buAutoNum type="alphaUcPeriod"/>
            </a:pPr>
            <a:r>
              <a:rPr lang="en-US" dirty="0"/>
              <a:t>Only </a:t>
            </a:r>
            <a:r>
              <a:rPr lang="en-US" dirty="0" err="1"/>
              <a:t>behaviour</a:t>
            </a:r>
            <a:endParaRPr lang="en-US" dirty="0"/>
          </a:p>
          <a:p>
            <a:pPr marL="971550" lvl="1" indent="-514350">
              <a:buFont typeface="+mj-lt"/>
              <a:buAutoNum type="alphaUcPeriod"/>
            </a:pPr>
            <a:r>
              <a:rPr lang="en-US" dirty="0"/>
              <a:t>Attributes often, </a:t>
            </a:r>
            <a:r>
              <a:rPr lang="en-US" dirty="0" err="1"/>
              <a:t>behaviour</a:t>
            </a:r>
            <a:r>
              <a:rPr lang="en-US" dirty="0"/>
              <a:t> less often</a:t>
            </a:r>
          </a:p>
          <a:p>
            <a:pPr marL="971550" lvl="1" indent="-514350">
              <a:buFont typeface="+mj-lt"/>
              <a:buAutoNum type="alphaUcPeriod"/>
            </a:pPr>
            <a:endParaRPr lang="en-US" dirty="0"/>
          </a:p>
        </p:txBody>
      </p:sp>
      <p:sp>
        <p:nvSpPr>
          <p:cNvPr id="4" name="Slide Number Placeholder 3"/>
          <p:cNvSpPr>
            <a:spLocks noGrp="1"/>
          </p:cNvSpPr>
          <p:nvPr>
            <p:ph type="sldNum" sz="quarter" idx="12"/>
          </p:nvPr>
        </p:nvSpPr>
        <p:spPr/>
        <p:txBody>
          <a:bodyPr/>
          <a:lstStyle/>
          <a:p>
            <a:pPr>
              <a:defRPr/>
            </a:pPr>
            <a:fld id="{E56F27F4-0200-4E0E-8236-FA34A582AE03}" type="slidenum">
              <a:rPr lang="en-US" smtClean="0"/>
              <a:pPr>
                <a:defRPr/>
              </a:pPr>
              <a:t>33</a:t>
            </a:fld>
            <a:endParaRPr lang="en-US"/>
          </a:p>
        </p:txBody>
      </p:sp>
    </p:spTree>
    <p:extLst>
      <p:ext uri="{BB962C8B-B14F-4D97-AF65-F5344CB8AC3E}">
        <p14:creationId xmlns:p14="http://schemas.microsoft.com/office/powerpoint/2010/main" val="6248417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Reminder Pop Quiz!</a:t>
            </a:r>
          </a:p>
        </p:txBody>
      </p:sp>
      <p:sp>
        <p:nvSpPr>
          <p:cNvPr id="3" name="Content Placeholder 2"/>
          <p:cNvSpPr>
            <a:spLocks noGrp="1"/>
          </p:cNvSpPr>
          <p:nvPr>
            <p:ph idx="1"/>
          </p:nvPr>
        </p:nvSpPr>
        <p:spPr/>
        <p:txBody>
          <a:bodyPr/>
          <a:lstStyle/>
          <a:p>
            <a:r>
              <a:rPr lang="en-US" dirty="0"/>
              <a:t>Which of the following are objects?</a:t>
            </a:r>
          </a:p>
          <a:p>
            <a:pPr marL="971550" lvl="1" indent="-514350">
              <a:buFont typeface="+mj-lt"/>
              <a:buAutoNum type="alphaUcPeriod"/>
            </a:pPr>
            <a:r>
              <a:rPr lang="en-US" dirty="0"/>
              <a:t>Salesperson</a:t>
            </a:r>
          </a:p>
          <a:p>
            <a:pPr marL="971550" lvl="1" indent="-514350">
              <a:buFont typeface="+mj-lt"/>
              <a:buAutoNum type="alphaUcPeriod"/>
            </a:pPr>
            <a:r>
              <a:rPr lang="en-US" dirty="0"/>
              <a:t>A dictionary</a:t>
            </a:r>
          </a:p>
          <a:p>
            <a:pPr marL="971550" lvl="1" indent="-514350">
              <a:buFont typeface="+mj-lt"/>
              <a:buAutoNum type="alphaUcPeriod"/>
            </a:pPr>
            <a:r>
              <a:rPr lang="en-US" dirty="0"/>
              <a:t>Points on a plane</a:t>
            </a:r>
          </a:p>
          <a:p>
            <a:pPr marL="971550" lvl="1" indent="-514350">
              <a:buFont typeface="+mj-lt"/>
              <a:buAutoNum type="alphaUcPeriod"/>
            </a:pPr>
            <a:r>
              <a:rPr lang="en-US" dirty="0"/>
              <a:t>Cars in an auto race</a:t>
            </a:r>
          </a:p>
          <a:p>
            <a:pPr marL="971550" lvl="1" indent="-514350">
              <a:buFont typeface="+mj-lt"/>
              <a:buAutoNum type="alphaUcPeriod"/>
            </a:pPr>
            <a:r>
              <a:rPr lang="en-US" dirty="0"/>
              <a:t>Keyboard</a:t>
            </a:r>
          </a:p>
          <a:p>
            <a:pPr marL="971550" lvl="1" indent="-514350">
              <a:buFont typeface="+mj-lt"/>
              <a:buAutoNum type="alphaUcPeriod"/>
            </a:pPr>
            <a:r>
              <a:rPr lang="en-US" dirty="0"/>
              <a:t>Country</a:t>
            </a:r>
          </a:p>
          <a:p>
            <a:pPr marL="971550" lvl="1" indent="-514350">
              <a:buFont typeface="+mj-lt"/>
              <a:buAutoNum type="alphaUcPeriod"/>
            </a:pPr>
            <a:endParaRPr lang="en-US" dirty="0"/>
          </a:p>
        </p:txBody>
      </p:sp>
      <p:sp>
        <p:nvSpPr>
          <p:cNvPr id="4" name="Slide Number Placeholder 3"/>
          <p:cNvSpPr>
            <a:spLocks noGrp="1"/>
          </p:cNvSpPr>
          <p:nvPr>
            <p:ph type="sldNum" sz="quarter" idx="12"/>
          </p:nvPr>
        </p:nvSpPr>
        <p:spPr/>
        <p:txBody>
          <a:bodyPr/>
          <a:lstStyle/>
          <a:p>
            <a:pPr>
              <a:defRPr/>
            </a:pPr>
            <a:fld id="{E56F27F4-0200-4E0E-8236-FA34A582AE03}" type="slidenum">
              <a:rPr lang="en-US" smtClean="0"/>
              <a:pPr>
                <a:defRPr/>
              </a:pPr>
              <a:t>34</a:t>
            </a:fld>
            <a:endParaRPr lang="en-US"/>
          </a:p>
        </p:txBody>
      </p:sp>
    </p:spTree>
    <p:extLst>
      <p:ext uri="{BB962C8B-B14F-4D97-AF65-F5344CB8AC3E}">
        <p14:creationId xmlns:p14="http://schemas.microsoft.com/office/powerpoint/2010/main" val="2512579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3200" kern="1200" dirty="0">
                <a:solidFill>
                  <a:schemeClr val="tx1"/>
                </a:solidFill>
                <a:ea typeface="+mn-ea"/>
                <a:cs typeface="+mn-cs"/>
              </a:rPr>
              <a:t>Classes</a:t>
            </a:r>
            <a:r>
              <a:rPr lang="en-US" dirty="0">
                <a:solidFill>
                  <a:srgbClr val="993366"/>
                </a:solidFill>
                <a:latin typeface="Verdana" pitchFamily="34" charset="0"/>
              </a:rPr>
              <a:t> </a:t>
            </a:r>
            <a:endParaRPr lang="en-US" dirty="0"/>
          </a:p>
        </p:txBody>
      </p:sp>
      <p:sp>
        <p:nvSpPr>
          <p:cNvPr id="5" name="Content Placeholder 4"/>
          <p:cNvSpPr>
            <a:spLocks noGrp="1"/>
          </p:cNvSpPr>
          <p:nvPr>
            <p:ph idx="1"/>
          </p:nvPr>
        </p:nvSpPr>
        <p:spPr>
          <a:xfrm>
            <a:off x="838200" y="1460500"/>
            <a:ext cx="10515600" cy="4895850"/>
          </a:xfrm>
        </p:spPr>
        <p:txBody>
          <a:bodyPr>
            <a:normAutofit fontScale="77500" lnSpcReduction="20000"/>
          </a:bodyPr>
          <a:lstStyle/>
          <a:p>
            <a:endParaRPr lang="en-US" dirty="0">
              <a:solidFill>
                <a:srgbClr val="993366"/>
              </a:solidFill>
            </a:endParaRPr>
          </a:p>
          <a:p>
            <a:r>
              <a:rPr lang="en-US" dirty="0"/>
              <a:t>The entire set of data and code of an object can be made a user defined data type with the help of a class. </a:t>
            </a:r>
          </a:p>
          <a:p>
            <a:endParaRPr lang="en-US" dirty="0"/>
          </a:p>
          <a:p>
            <a:r>
              <a:rPr lang="en-US" dirty="0"/>
              <a:t>Objects are variables of the type class. </a:t>
            </a:r>
          </a:p>
          <a:p>
            <a:endParaRPr lang="en-US" dirty="0"/>
          </a:p>
          <a:p>
            <a:r>
              <a:rPr lang="en-US" dirty="0"/>
              <a:t>Once a class has been defined, we can create any number of objects belonging to that class. </a:t>
            </a:r>
          </a:p>
          <a:p>
            <a:endParaRPr lang="en-US" dirty="0">
              <a:solidFill>
                <a:srgbClr val="000000"/>
              </a:solidFill>
              <a:cs typeface="Times New Roman" pitchFamily="18" charset="0"/>
            </a:endParaRPr>
          </a:p>
          <a:p>
            <a:r>
              <a:rPr lang="en-US" dirty="0">
                <a:solidFill>
                  <a:srgbClr val="000000"/>
                </a:solidFill>
                <a:cs typeface="Times New Roman" pitchFamily="18" charset="0"/>
              </a:rPr>
              <a:t>Classes are user defined data types and behave like the built-in types of a programming language.</a:t>
            </a:r>
            <a:endParaRPr lang="en-US" dirty="0"/>
          </a:p>
          <a:p>
            <a:endParaRPr lang="en-US" dirty="0"/>
          </a:p>
          <a:p>
            <a:r>
              <a:rPr lang="en-US" b="1" dirty="0">
                <a:solidFill>
                  <a:srgbClr val="C00000"/>
                </a:solidFill>
              </a:rPr>
              <a:t>Internal data of a class – member data</a:t>
            </a:r>
          </a:p>
          <a:p>
            <a:r>
              <a:rPr lang="en-US" b="1" dirty="0">
                <a:solidFill>
                  <a:srgbClr val="C00000"/>
                </a:solidFill>
              </a:rPr>
              <a:t>Internal functions of a class – member functions</a:t>
            </a:r>
          </a:p>
          <a:p>
            <a:endParaRPr lang="en-US" dirty="0"/>
          </a:p>
        </p:txBody>
      </p:sp>
      <p:sp>
        <p:nvSpPr>
          <p:cNvPr id="7172"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fld id="{0713FF7B-E81B-4889-8C5E-56F98C046A47}" type="slidenum">
              <a:rPr lang="en-US" sz="1400"/>
              <a:pPr eaLnBrk="1" hangingPunct="1"/>
              <a:t>35</a:t>
            </a:fld>
            <a:endParaRPr lang="en-US" sz="1400"/>
          </a:p>
        </p:txBody>
      </p:sp>
    </p:spTree>
    <p:extLst>
      <p:ext uri="{BB962C8B-B14F-4D97-AF65-F5344CB8AC3E}">
        <p14:creationId xmlns:p14="http://schemas.microsoft.com/office/powerpoint/2010/main" val="24000239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930400" y="228600"/>
            <a:ext cx="7772400" cy="685800"/>
          </a:xfrm>
        </p:spPr>
        <p:txBody>
          <a:bodyPr>
            <a:normAutofit fontScale="90000"/>
          </a:bodyPr>
          <a:lstStyle/>
          <a:p>
            <a:r>
              <a:rPr lang="en-GB"/>
              <a:t>Example: The Person class</a:t>
            </a:r>
          </a:p>
        </p:txBody>
      </p:sp>
      <p:sp>
        <p:nvSpPr>
          <p:cNvPr id="8195" name="Rectangle 3"/>
          <p:cNvSpPr>
            <a:spLocks noGrp="1" noChangeArrowheads="1"/>
          </p:cNvSpPr>
          <p:nvPr>
            <p:ph sz="half" idx="1"/>
          </p:nvPr>
        </p:nvSpPr>
        <p:spPr>
          <a:xfrm>
            <a:off x="660400" y="1504950"/>
            <a:ext cx="9550400" cy="4222750"/>
          </a:xfrm>
        </p:spPr>
        <p:txBody>
          <a:bodyPr>
            <a:normAutofit fontScale="85000" lnSpcReduction="20000"/>
          </a:bodyPr>
          <a:lstStyle/>
          <a:p>
            <a:pPr>
              <a:buFont typeface="Monotype Sorts" pitchFamily="2" charset="2"/>
              <a:buNone/>
            </a:pPr>
            <a:r>
              <a:rPr lang="en-GB" sz="2400" dirty="0"/>
              <a:t>#include&lt;string&gt;</a:t>
            </a:r>
          </a:p>
          <a:p>
            <a:pPr>
              <a:buFont typeface="Monotype Sorts" pitchFamily="2" charset="2"/>
              <a:buNone/>
            </a:pPr>
            <a:r>
              <a:rPr lang="en-GB" sz="2400" dirty="0"/>
              <a:t>#include&lt;</a:t>
            </a:r>
            <a:r>
              <a:rPr lang="en-GB" sz="2400" dirty="0" err="1"/>
              <a:t>iostream</a:t>
            </a:r>
            <a:r>
              <a:rPr lang="en-GB" sz="2400" dirty="0"/>
              <a:t>&gt;</a:t>
            </a:r>
          </a:p>
          <a:p>
            <a:pPr>
              <a:buFont typeface="Monotype Sorts" pitchFamily="2" charset="2"/>
              <a:buNone/>
            </a:pPr>
            <a:r>
              <a:rPr lang="en-GB" sz="2400" dirty="0"/>
              <a:t>class Person{    </a:t>
            </a:r>
          </a:p>
          <a:p>
            <a:pPr>
              <a:buFont typeface="Monotype Sorts" pitchFamily="2" charset="2"/>
              <a:buNone/>
            </a:pPr>
            <a:r>
              <a:rPr lang="en-GB" sz="2400" dirty="0"/>
              <a:t>   char name[20];  </a:t>
            </a:r>
          </a:p>
          <a:p>
            <a:pPr>
              <a:buFont typeface="Monotype Sorts" pitchFamily="2" charset="2"/>
              <a:buNone/>
            </a:pPr>
            <a:r>
              <a:rPr lang="en-GB" sz="2400" dirty="0"/>
              <a:t>   </a:t>
            </a:r>
            <a:r>
              <a:rPr lang="en-GB" sz="2400" dirty="0" err="1"/>
              <a:t>int</a:t>
            </a:r>
            <a:r>
              <a:rPr lang="en-GB" sz="2400" dirty="0"/>
              <a:t> </a:t>
            </a:r>
            <a:r>
              <a:rPr lang="en-GB" sz="2400" dirty="0" err="1"/>
              <a:t>yearOfBirth</a:t>
            </a:r>
            <a:r>
              <a:rPr lang="en-GB" sz="2400" dirty="0"/>
              <a:t>;</a:t>
            </a:r>
          </a:p>
          <a:p>
            <a:pPr>
              <a:buFont typeface="Monotype Sorts" pitchFamily="2" charset="2"/>
              <a:buNone/>
            </a:pPr>
            <a:r>
              <a:rPr lang="en-GB" sz="2400" dirty="0"/>
              <a:t>public:   </a:t>
            </a:r>
          </a:p>
          <a:p>
            <a:pPr>
              <a:buFont typeface="Monotype Sorts" pitchFamily="2" charset="2"/>
              <a:buNone/>
            </a:pPr>
            <a:r>
              <a:rPr lang="en-GB" sz="2400" dirty="0"/>
              <a:t>   void </a:t>
            </a:r>
            <a:r>
              <a:rPr lang="en-GB" sz="2400" dirty="0" err="1"/>
              <a:t>displayDetails</a:t>
            </a:r>
            <a:r>
              <a:rPr lang="en-GB" sz="2400" dirty="0"/>
              <a:t>() {       </a:t>
            </a:r>
          </a:p>
          <a:p>
            <a:pPr>
              <a:buFont typeface="Monotype Sorts" pitchFamily="2" charset="2"/>
              <a:buNone/>
            </a:pPr>
            <a:r>
              <a:rPr lang="en-GB" sz="2400" dirty="0"/>
              <a:t>           </a:t>
            </a:r>
            <a:r>
              <a:rPr lang="en-GB" sz="2400" dirty="0" err="1"/>
              <a:t>cout</a:t>
            </a:r>
            <a:r>
              <a:rPr lang="en-GB" sz="2400" dirty="0"/>
              <a:t> &lt;&lt; name &lt;&lt; " born in "   </a:t>
            </a:r>
          </a:p>
          <a:p>
            <a:pPr>
              <a:buFont typeface="Monotype Sorts" pitchFamily="2" charset="2"/>
              <a:buNone/>
            </a:pPr>
            <a:r>
              <a:rPr lang="en-GB" sz="2400" dirty="0"/>
              <a:t>                    &lt;&lt; </a:t>
            </a:r>
            <a:r>
              <a:rPr lang="en-GB" sz="2400" dirty="0" err="1"/>
              <a:t>yearOfBirth</a:t>
            </a:r>
            <a:r>
              <a:rPr lang="en-GB" sz="2400" dirty="0"/>
              <a:t> &lt;&lt; </a:t>
            </a:r>
            <a:r>
              <a:rPr lang="en-GB" sz="2400" dirty="0" err="1"/>
              <a:t>endl</a:t>
            </a:r>
            <a:r>
              <a:rPr lang="en-GB" sz="2400" dirty="0"/>
              <a:t>;       </a:t>
            </a:r>
          </a:p>
          <a:p>
            <a:pPr>
              <a:buFont typeface="Monotype Sorts" pitchFamily="2" charset="2"/>
              <a:buNone/>
            </a:pPr>
            <a:r>
              <a:rPr lang="en-GB" sz="2400" dirty="0"/>
              <a:t>           }</a:t>
            </a:r>
          </a:p>
          <a:p>
            <a:pPr>
              <a:buFont typeface="Monotype Sorts" pitchFamily="2" charset="2"/>
              <a:buNone/>
            </a:pPr>
            <a:r>
              <a:rPr lang="en-GB" sz="2400" dirty="0"/>
              <a:t>     //...</a:t>
            </a:r>
          </a:p>
          <a:p>
            <a:pPr>
              <a:buFont typeface="Monotype Sorts" pitchFamily="2" charset="2"/>
              <a:buNone/>
            </a:pPr>
            <a:r>
              <a:rPr lang="en-GB" sz="2400" dirty="0"/>
              <a:t>};</a:t>
            </a:r>
          </a:p>
        </p:txBody>
      </p:sp>
      <p:sp>
        <p:nvSpPr>
          <p:cNvPr id="2" name="Slide Number Placeholder 1"/>
          <p:cNvSpPr>
            <a:spLocks noGrp="1"/>
          </p:cNvSpPr>
          <p:nvPr>
            <p:ph type="sldNum" sz="quarter" idx="12"/>
          </p:nvPr>
        </p:nvSpPr>
        <p:spPr/>
        <p:txBody>
          <a:bodyPr/>
          <a:lstStyle/>
          <a:p>
            <a:pPr>
              <a:defRPr/>
            </a:pPr>
            <a:fld id="{64485A6E-9B88-432E-A4F1-C8AF0D0C98C5}" type="slidenum">
              <a:rPr lang="en-US" smtClean="0"/>
              <a:pPr>
                <a:defRPr/>
              </a:pPr>
              <a:t>36</a:t>
            </a:fld>
            <a:endParaRPr lang="en-US"/>
          </a:p>
        </p:txBody>
      </p:sp>
      <p:sp>
        <p:nvSpPr>
          <p:cNvPr id="8197" name="Rectangle 5"/>
          <p:cNvSpPr>
            <a:spLocks noChangeArrowheads="1"/>
          </p:cNvSpPr>
          <p:nvPr/>
        </p:nvSpPr>
        <p:spPr bwMode="auto">
          <a:xfrm>
            <a:off x="6553200" y="1905000"/>
            <a:ext cx="2590800" cy="1371600"/>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dirty="0"/>
              <a:t>private </a:t>
            </a:r>
          </a:p>
          <a:p>
            <a:pPr algn="ctr"/>
            <a:r>
              <a:rPr lang="en-GB" dirty="0"/>
              <a:t>data</a:t>
            </a:r>
          </a:p>
        </p:txBody>
      </p:sp>
      <p:sp>
        <p:nvSpPr>
          <p:cNvPr id="8198" name="Rectangle 6"/>
          <p:cNvSpPr>
            <a:spLocks noChangeArrowheads="1"/>
          </p:cNvSpPr>
          <p:nvPr/>
        </p:nvSpPr>
        <p:spPr bwMode="auto">
          <a:xfrm>
            <a:off x="7696200" y="4343400"/>
            <a:ext cx="2667000" cy="1295400"/>
          </a:xfrm>
          <a:prstGeom prst="rect">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GB" dirty="0"/>
              <a:t>public </a:t>
            </a:r>
          </a:p>
          <a:p>
            <a:pPr algn="ctr"/>
            <a:r>
              <a:rPr lang="en-GB" dirty="0"/>
              <a:t>members</a:t>
            </a:r>
          </a:p>
        </p:txBody>
      </p:sp>
    </p:spTree>
    <p:extLst>
      <p:ext uri="{BB962C8B-B14F-4D97-AF65-F5344CB8AC3E}">
        <p14:creationId xmlns:p14="http://schemas.microsoft.com/office/powerpoint/2010/main" val="418894041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kern="1200" dirty="0">
                <a:solidFill>
                  <a:schemeClr val="tx1"/>
                </a:solidFill>
                <a:ea typeface="+mn-ea"/>
                <a:cs typeface="+mn-cs"/>
              </a:rPr>
              <a:t>Data Encapsulation</a:t>
            </a:r>
          </a:p>
        </p:txBody>
      </p:sp>
      <p:sp>
        <p:nvSpPr>
          <p:cNvPr id="3" name="Content Placeholder 2"/>
          <p:cNvSpPr>
            <a:spLocks noGrp="1"/>
          </p:cNvSpPr>
          <p:nvPr>
            <p:ph idx="1"/>
          </p:nvPr>
        </p:nvSpPr>
        <p:spPr/>
        <p:txBody>
          <a:bodyPr>
            <a:normAutofit fontScale="85000" lnSpcReduction="20000"/>
          </a:bodyPr>
          <a:lstStyle/>
          <a:p>
            <a:endParaRPr lang="en-US" dirty="0"/>
          </a:p>
          <a:p>
            <a:r>
              <a:rPr lang="en-US" dirty="0"/>
              <a:t>The wrapping of data and functions into a single unit (called class) is known as </a:t>
            </a:r>
            <a:r>
              <a:rPr lang="en-US" b="1" dirty="0"/>
              <a:t>encapsulation</a:t>
            </a:r>
            <a:r>
              <a:rPr lang="en-US" dirty="0"/>
              <a:t>. </a:t>
            </a:r>
          </a:p>
          <a:p>
            <a:endParaRPr lang="en-US" dirty="0"/>
          </a:p>
          <a:p>
            <a:r>
              <a:rPr lang="en-US" dirty="0"/>
              <a:t>The data is not accessible to the outside world, and only those functions which wrapped in the class can access it. </a:t>
            </a:r>
          </a:p>
          <a:p>
            <a:endParaRPr lang="en-US" dirty="0"/>
          </a:p>
          <a:p>
            <a:r>
              <a:rPr lang="en-US" dirty="0"/>
              <a:t>These functions provide the interface between the object’s data and the program.</a:t>
            </a:r>
          </a:p>
          <a:p>
            <a:endParaRPr lang="en-US" dirty="0"/>
          </a:p>
          <a:p>
            <a:r>
              <a:rPr lang="en-US" dirty="0"/>
              <a:t>This insulation of the data from direct access by the program is called </a:t>
            </a:r>
            <a:r>
              <a:rPr lang="en-US" b="1" dirty="0"/>
              <a:t>data hiding </a:t>
            </a:r>
            <a:r>
              <a:rPr lang="en-US" dirty="0"/>
              <a:t>or information hiding.</a:t>
            </a:r>
          </a:p>
          <a:p>
            <a:endParaRPr lang="en-US" dirty="0"/>
          </a:p>
        </p:txBody>
      </p:sp>
      <p:sp>
        <p:nvSpPr>
          <p:cNvPr id="8196"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fld id="{344F8025-7CFC-4163-82F2-93A59A5D58F1}" type="slidenum">
              <a:rPr lang="en-US" sz="1400"/>
              <a:pPr eaLnBrk="1" hangingPunct="1"/>
              <a:t>37</a:t>
            </a:fld>
            <a:endParaRPr lang="en-US" sz="1400"/>
          </a:p>
        </p:txBody>
      </p:sp>
      <p:sp>
        <p:nvSpPr>
          <p:cNvPr id="8197" name="Rectangle 2"/>
          <p:cNvSpPr>
            <a:spLocks noChangeArrowheads="1"/>
          </p:cNvSpPr>
          <p:nvPr/>
        </p:nvSpPr>
        <p:spPr bwMode="auto">
          <a:xfrm>
            <a:off x="508001" y="2829093"/>
            <a:ext cx="9388476"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endParaRPr lang="en-US" sz="2000" dirty="0"/>
          </a:p>
          <a:p>
            <a:endParaRPr lang="en-US" sz="2000" dirty="0"/>
          </a:p>
          <a:p>
            <a:endParaRPr lang="en-US" sz="2000" dirty="0"/>
          </a:p>
        </p:txBody>
      </p:sp>
    </p:spTree>
    <p:extLst>
      <p:ext uri="{BB962C8B-B14F-4D97-AF65-F5344CB8AC3E}">
        <p14:creationId xmlns:p14="http://schemas.microsoft.com/office/powerpoint/2010/main" val="36260168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kern="1200" dirty="0">
                <a:solidFill>
                  <a:schemeClr val="tx1"/>
                </a:solidFill>
                <a:ea typeface="+mn-ea"/>
                <a:cs typeface="+mn-cs"/>
              </a:rPr>
              <a:t>Data Abstraction </a:t>
            </a:r>
          </a:p>
        </p:txBody>
      </p:sp>
      <p:sp>
        <p:nvSpPr>
          <p:cNvPr id="3" name="Content Placeholder 2"/>
          <p:cNvSpPr>
            <a:spLocks noGrp="1"/>
          </p:cNvSpPr>
          <p:nvPr>
            <p:ph idx="1"/>
          </p:nvPr>
        </p:nvSpPr>
        <p:spPr/>
        <p:txBody>
          <a:bodyPr/>
          <a:lstStyle/>
          <a:p>
            <a:endParaRPr lang="en-US" dirty="0">
              <a:solidFill>
                <a:srgbClr val="993366"/>
              </a:solidFill>
              <a:latin typeface="Verdana" pitchFamily="34" charset="0"/>
            </a:endParaRPr>
          </a:p>
          <a:p>
            <a:r>
              <a:rPr lang="en-US" dirty="0"/>
              <a:t>This refers to the act of representing essential features without including the background details or explanations. </a:t>
            </a:r>
          </a:p>
          <a:p>
            <a:endParaRPr lang="en-US" dirty="0"/>
          </a:p>
          <a:p>
            <a:r>
              <a:rPr lang="en-US" dirty="0">
                <a:solidFill>
                  <a:srgbClr val="FF0000"/>
                </a:solidFill>
              </a:rPr>
              <a:t>Classes use the concept of abstraction</a:t>
            </a:r>
            <a:r>
              <a:rPr lang="en-US" dirty="0"/>
              <a:t>. </a:t>
            </a:r>
          </a:p>
          <a:p>
            <a:endParaRPr lang="en-US" dirty="0"/>
          </a:p>
          <a:p>
            <a:r>
              <a:rPr lang="en-US" dirty="0"/>
              <a:t>They encapsulate all the essential properties of the objects that are to be created.</a:t>
            </a:r>
          </a:p>
          <a:p>
            <a:endParaRPr lang="en-US" dirty="0"/>
          </a:p>
        </p:txBody>
      </p:sp>
      <p:sp>
        <p:nvSpPr>
          <p:cNvPr id="10244"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fld id="{509A895B-42D6-4383-96CB-359EDB0AC0B5}" type="slidenum">
              <a:rPr lang="en-US" sz="1400"/>
              <a:pPr eaLnBrk="1" hangingPunct="1"/>
              <a:t>38</a:t>
            </a:fld>
            <a:endParaRPr lang="en-US" sz="1400"/>
          </a:p>
        </p:txBody>
      </p:sp>
    </p:spTree>
    <p:extLst>
      <p:ext uri="{BB962C8B-B14F-4D97-AF65-F5344CB8AC3E}">
        <p14:creationId xmlns:p14="http://schemas.microsoft.com/office/powerpoint/2010/main" val="28719795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11267" name="Group 5"/>
          <p:cNvGrpSpPr>
            <a:grpSpLocks/>
          </p:cNvGrpSpPr>
          <p:nvPr/>
        </p:nvGrpSpPr>
        <p:grpSpPr bwMode="auto">
          <a:xfrm>
            <a:off x="1828800" y="3413125"/>
            <a:ext cx="2286000" cy="2089150"/>
            <a:chOff x="0" y="2256"/>
            <a:chExt cx="1440" cy="1316"/>
          </a:xfrm>
        </p:grpSpPr>
        <p:graphicFrame>
          <p:nvGraphicFramePr>
            <p:cNvPr id="11273" name="Object 6"/>
            <p:cNvGraphicFramePr>
              <a:graphicFrameLocks/>
            </p:cNvGraphicFramePr>
            <p:nvPr/>
          </p:nvGraphicFramePr>
          <p:xfrm>
            <a:off x="330" y="2256"/>
            <a:ext cx="781" cy="897"/>
          </p:xfrm>
          <a:graphic>
            <a:graphicData uri="http://schemas.openxmlformats.org/presentationml/2006/ole">
              <mc:AlternateContent xmlns:mc="http://schemas.openxmlformats.org/markup-compatibility/2006">
                <mc:Choice xmlns:v="urn:schemas-microsoft-com:vml" Requires="v">
                  <p:oleObj spid="_x0000_s1176" name="Clip" r:id="rId4" imgW="3916363" imgH="4876800" progId="">
                    <p:embed/>
                  </p:oleObj>
                </mc:Choice>
                <mc:Fallback>
                  <p:oleObj name="Clip" r:id="rId4" imgW="3916363" imgH="4876800" progId="">
                    <p:embed/>
                    <p:pic>
                      <p:nvPicPr>
                        <p:cNvPr id="0" name="Picture 56"/>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0" y="2256"/>
                          <a:ext cx="781" cy="8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274" name="Text Box 7"/>
            <p:cNvSpPr txBox="1">
              <a:spLocks noChangeArrowheads="1"/>
            </p:cNvSpPr>
            <p:nvPr/>
          </p:nvSpPr>
          <p:spPr bwMode="auto">
            <a:xfrm>
              <a:off x="0" y="3312"/>
              <a:ext cx="1440"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7950" tIns="53975" rIns="107950" bIns="53975">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algn="ctr">
                <a:spcBef>
                  <a:spcPct val="50000"/>
                </a:spcBef>
              </a:pPr>
              <a:r>
                <a:rPr lang="en-US" sz="2000">
                  <a:solidFill>
                    <a:schemeClr val="tx2"/>
                  </a:solidFill>
                  <a:latin typeface="ZapfHumnst BT"/>
                </a:rPr>
                <a:t>Customer</a:t>
              </a:r>
            </a:p>
          </p:txBody>
        </p:sp>
      </p:grpSp>
      <p:grpSp>
        <p:nvGrpSpPr>
          <p:cNvPr id="11268" name="Group 8"/>
          <p:cNvGrpSpPr>
            <a:grpSpLocks/>
          </p:cNvGrpSpPr>
          <p:nvPr/>
        </p:nvGrpSpPr>
        <p:grpSpPr bwMode="auto">
          <a:xfrm>
            <a:off x="7747001" y="3810000"/>
            <a:ext cx="2514600" cy="1479550"/>
            <a:chOff x="2208" y="1776"/>
            <a:chExt cx="1584" cy="932"/>
          </a:xfrm>
        </p:grpSpPr>
        <p:graphicFrame>
          <p:nvGraphicFramePr>
            <p:cNvPr id="11271" name="Object 9"/>
            <p:cNvGraphicFramePr>
              <a:graphicFrameLocks/>
            </p:cNvGraphicFramePr>
            <p:nvPr/>
          </p:nvGraphicFramePr>
          <p:xfrm>
            <a:off x="2594" y="1776"/>
            <a:ext cx="812" cy="544"/>
          </p:xfrm>
          <a:graphic>
            <a:graphicData uri="http://schemas.openxmlformats.org/presentationml/2006/ole">
              <mc:AlternateContent xmlns:mc="http://schemas.openxmlformats.org/markup-compatibility/2006">
                <mc:Choice xmlns:v="urn:schemas-microsoft-com:vml" Requires="v">
                  <p:oleObj spid="_x0000_s1177" name="Clip" r:id="rId6" imgW="4610100" imgH="3368675" progId="">
                    <p:embed/>
                  </p:oleObj>
                </mc:Choice>
                <mc:Fallback>
                  <p:oleObj name="Clip" r:id="rId6" imgW="4610100" imgH="3368675" progId="">
                    <p:embed/>
                    <p:pic>
                      <p:nvPicPr>
                        <p:cNvPr id="0" name="Picture 57"/>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94" y="1776"/>
                          <a:ext cx="812" cy="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272" name="Text Box 10"/>
            <p:cNvSpPr txBox="1">
              <a:spLocks noChangeArrowheads="1"/>
            </p:cNvSpPr>
            <p:nvPr/>
          </p:nvSpPr>
          <p:spPr bwMode="auto">
            <a:xfrm>
              <a:off x="2208" y="2448"/>
              <a:ext cx="1584"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7950" tIns="53975" rIns="107950" bIns="53975">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algn="ctr">
                <a:spcBef>
                  <a:spcPct val="50000"/>
                </a:spcBef>
              </a:pPr>
              <a:r>
                <a:rPr lang="en-US" sz="2000" dirty="0">
                  <a:solidFill>
                    <a:schemeClr val="tx2"/>
                  </a:solidFill>
                  <a:latin typeface="ZapfHumnst BT"/>
                </a:rPr>
                <a:t>Product</a:t>
              </a:r>
            </a:p>
          </p:txBody>
        </p:sp>
      </p:grpSp>
      <p:sp>
        <p:nvSpPr>
          <p:cNvPr id="11269" name="Text Box 11"/>
          <p:cNvSpPr txBox="1">
            <a:spLocks noChangeArrowheads="1"/>
          </p:cNvSpPr>
          <p:nvPr/>
        </p:nvSpPr>
        <p:spPr bwMode="auto">
          <a:xfrm>
            <a:off x="4114800" y="5715000"/>
            <a:ext cx="4191000" cy="478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7950" tIns="53975" rIns="107950" bIns="53975">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algn="ctr">
              <a:spcBef>
                <a:spcPct val="50000"/>
              </a:spcBef>
            </a:pPr>
            <a:r>
              <a:rPr lang="en-US" i="1" dirty="0">
                <a:solidFill>
                  <a:schemeClr val="tx2"/>
                </a:solidFill>
                <a:latin typeface="Times New Roman" pitchFamily="18" charset="0"/>
              </a:rPr>
              <a:t>Manages Complexity</a:t>
            </a:r>
          </a:p>
        </p:txBody>
      </p:sp>
      <p:sp>
        <p:nvSpPr>
          <p:cNvPr id="11270" name="Rectangle 12"/>
          <p:cNvSpPr>
            <a:spLocks noGrp="1" noChangeArrowheads="1"/>
          </p:cNvSpPr>
          <p:nvPr>
            <p:ph type="title"/>
          </p:nvPr>
        </p:nvSpPr>
        <p:spPr/>
        <p:txBody>
          <a:bodyPr anchor="ctr">
            <a:normAutofit/>
          </a:bodyPr>
          <a:lstStyle/>
          <a:p>
            <a:pPr eaLnBrk="1" hangingPunct="1"/>
            <a:r>
              <a:rPr lang="en-US" sz="3200" kern="1200" dirty="0">
                <a:solidFill>
                  <a:schemeClr val="tx1"/>
                </a:solidFill>
                <a:ea typeface="+mn-ea"/>
                <a:cs typeface="+mn-cs"/>
              </a:rPr>
              <a:t>What is Abstraction?</a:t>
            </a:r>
          </a:p>
        </p:txBody>
      </p:sp>
      <p:sp>
        <p:nvSpPr>
          <p:cNvPr id="3" name="Slide Number Placeholder 2"/>
          <p:cNvSpPr>
            <a:spLocks noGrp="1"/>
          </p:cNvSpPr>
          <p:nvPr>
            <p:ph type="sldNum" sz="quarter" idx="12"/>
          </p:nvPr>
        </p:nvSpPr>
        <p:spPr/>
        <p:txBody>
          <a:bodyPr/>
          <a:lstStyle/>
          <a:p>
            <a:pPr>
              <a:defRPr/>
            </a:pPr>
            <a:fld id="{63E4AC99-825C-4744-9A8D-57742C54C3C8}" type="slidenum">
              <a:rPr lang="en-US" smtClean="0"/>
              <a:pPr>
                <a:defRPr/>
              </a:pPr>
              <a:t>39</a:t>
            </a:fld>
            <a:endParaRPr lang="en-US"/>
          </a:p>
        </p:txBody>
      </p:sp>
      <p:sp>
        <p:nvSpPr>
          <p:cNvPr id="15" name="Text Box 4"/>
          <p:cNvSpPr txBox="1">
            <a:spLocks noChangeArrowheads="1"/>
          </p:cNvSpPr>
          <p:nvPr/>
        </p:nvSpPr>
        <p:spPr bwMode="auto">
          <a:xfrm>
            <a:off x="7747001" y="2210861"/>
            <a:ext cx="3809999" cy="1032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07950" tIns="53975" rIns="107950" bIns="53975">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a:spcBef>
                <a:spcPct val="50000"/>
              </a:spcBef>
            </a:pPr>
            <a:r>
              <a:rPr lang="en-US" sz="2000" dirty="0">
                <a:solidFill>
                  <a:schemeClr val="tx2"/>
                </a:solidFill>
                <a:latin typeface="ZapfHumnst BT"/>
              </a:rPr>
              <a:t>Not saying </a:t>
            </a:r>
            <a:r>
              <a:rPr lang="en-US" sz="2000" u="sng" dirty="0">
                <a:solidFill>
                  <a:schemeClr val="tx2"/>
                </a:solidFill>
                <a:latin typeface="ZapfHumnst BT"/>
              </a:rPr>
              <a:t>Which</a:t>
            </a:r>
            <a:r>
              <a:rPr lang="en-US" sz="2000" dirty="0">
                <a:solidFill>
                  <a:schemeClr val="tx2"/>
                </a:solidFill>
                <a:latin typeface="ZapfHumnst BT"/>
              </a:rPr>
              <a:t> salesperson – just a salesperson in general!!!</a:t>
            </a:r>
            <a:endParaRPr lang="en-US" sz="1400" dirty="0">
              <a:solidFill>
                <a:schemeClr val="tx2"/>
              </a:solidFill>
              <a:latin typeface="ZapfHumnst BT"/>
            </a:endParaRPr>
          </a:p>
        </p:txBody>
      </p:sp>
      <p:grpSp>
        <p:nvGrpSpPr>
          <p:cNvPr id="4" name="Group 3"/>
          <p:cNvGrpSpPr/>
          <p:nvPr/>
        </p:nvGrpSpPr>
        <p:grpSpPr>
          <a:xfrm>
            <a:off x="4450558" y="2079557"/>
            <a:ext cx="2631281" cy="1633538"/>
            <a:chOff x="3244057" y="1524001"/>
            <a:chExt cx="2631281" cy="1633538"/>
          </a:xfrm>
        </p:grpSpPr>
        <p:graphicFrame>
          <p:nvGraphicFramePr>
            <p:cNvPr id="11275" name="Object 3"/>
            <p:cNvGraphicFramePr>
              <a:graphicFrameLocks/>
            </p:cNvGraphicFramePr>
            <p:nvPr/>
          </p:nvGraphicFramePr>
          <p:xfrm>
            <a:off x="3276600" y="1524001"/>
            <a:ext cx="2598738" cy="1163638"/>
          </p:xfrm>
          <a:graphic>
            <a:graphicData uri="http://schemas.openxmlformats.org/presentationml/2006/ole">
              <mc:AlternateContent xmlns:mc="http://schemas.openxmlformats.org/markup-compatibility/2006">
                <mc:Choice xmlns:v="urn:schemas-microsoft-com:vml" Requires="v">
                  <p:oleObj spid="_x0000_s1178" name="Clip" r:id="rId8" imgW="5373688" imgH="2620963" progId="">
                    <p:embed/>
                  </p:oleObj>
                </mc:Choice>
                <mc:Fallback>
                  <p:oleObj name="Clip" r:id="rId8" imgW="5373688" imgH="2620963" progId="">
                    <p:embed/>
                    <p:pic>
                      <p:nvPicPr>
                        <p:cNvPr id="0" name="Picture 58"/>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76600" y="1524001"/>
                          <a:ext cx="2598738" cy="11636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Text Box 10"/>
            <p:cNvSpPr txBox="1">
              <a:spLocks noChangeArrowheads="1"/>
            </p:cNvSpPr>
            <p:nvPr/>
          </p:nvSpPr>
          <p:spPr bwMode="auto">
            <a:xfrm>
              <a:off x="3244057" y="2744789"/>
              <a:ext cx="251460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7950" tIns="53975" rIns="107950" bIns="53975">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algn="ctr">
                <a:spcBef>
                  <a:spcPct val="50000"/>
                </a:spcBef>
              </a:pPr>
              <a:r>
                <a:rPr lang="en-US" sz="2000" dirty="0">
                  <a:solidFill>
                    <a:schemeClr val="tx2"/>
                  </a:solidFill>
                  <a:latin typeface="ZapfHumnst BT"/>
                </a:rPr>
                <a:t>Salesperson</a:t>
              </a:r>
            </a:p>
          </p:txBody>
        </p:sp>
      </p:grpSp>
    </p:spTree>
    <p:extLst>
      <p:ext uri="{BB962C8B-B14F-4D97-AF65-F5344CB8AC3E}">
        <p14:creationId xmlns:p14="http://schemas.microsoft.com/office/powerpoint/2010/main" val="3372228158"/>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r>
              <a:rPr lang="en-US" sz="3200" kern="1200" dirty="0">
                <a:solidFill>
                  <a:schemeClr val="tx1"/>
                </a:solidFill>
                <a:ea typeface="+mn-ea"/>
                <a:cs typeface="+mn-cs"/>
              </a:rPr>
              <a:t>Inheritance</a:t>
            </a:r>
          </a:p>
        </p:txBody>
      </p:sp>
      <p:sp>
        <p:nvSpPr>
          <p:cNvPr id="3" name="Content Placeholder 2"/>
          <p:cNvSpPr>
            <a:spLocks noGrp="1"/>
          </p:cNvSpPr>
          <p:nvPr>
            <p:ph idx="1"/>
          </p:nvPr>
        </p:nvSpPr>
        <p:spPr/>
        <p:txBody>
          <a:bodyPr>
            <a:normAutofit fontScale="77500" lnSpcReduction="20000"/>
          </a:bodyPr>
          <a:lstStyle/>
          <a:p>
            <a:endParaRPr lang="en-US" dirty="0"/>
          </a:p>
          <a:p>
            <a:r>
              <a:rPr lang="en-US" dirty="0"/>
              <a:t>Inheritance is the process by which objects of one class acquire the properties of  another class. It supports the concept of hierarchical classification. </a:t>
            </a:r>
          </a:p>
          <a:p>
            <a:endParaRPr lang="en-US" dirty="0"/>
          </a:p>
          <a:p>
            <a:r>
              <a:rPr lang="en-US" dirty="0"/>
              <a:t>In OOP, the concept of inheritance provides the idea of reusability. </a:t>
            </a:r>
          </a:p>
          <a:p>
            <a:endParaRPr lang="en-US" dirty="0"/>
          </a:p>
          <a:p>
            <a:r>
              <a:rPr lang="en-US" dirty="0"/>
              <a:t>This means that we can add additional features to an existing class without modifying it. </a:t>
            </a:r>
          </a:p>
          <a:p>
            <a:endParaRPr lang="en-US" dirty="0"/>
          </a:p>
          <a:p>
            <a:r>
              <a:rPr lang="en-US" dirty="0"/>
              <a:t>This is possible by deriving a new class from the existing one. (Base class and derived class)</a:t>
            </a:r>
          </a:p>
          <a:p>
            <a:endParaRPr lang="en-US" dirty="0"/>
          </a:p>
          <a:p>
            <a:r>
              <a:rPr lang="en-US" dirty="0"/>
              <a:t>The new class will have the combined features of both the classes. </a:t>
            </a:r>
          </a:p>
          <a:p>
            <a:endParaRPr lang="en-US" dirty="0"/>
          </a:p>
        </p:txBody>
      </p:sp>
      <p:sp>
        <p:nvSpPr>
          <p:cNvPr id="12292"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fld id="{A5DEE6B2-DAAD-4FCE-A9FA-BFEBEF558476}" type="slidenum">
              <a:rPr lang="en-US" sz="1400"/>
              <a:pPr eaLnBrk="1" hangingPunct="1"/>
              <a:t>40</a:t>
            </a:fld>
            <a:endParaRPr lang="en-US" sz="1400"/>
          </a:p>
        </p:txBody>
      </p:sp>
    </p:spTree>
    <p:extLst>
      <p:ext uri="{BB962C8B-B14F-4D97-AF65-F5344CB8AC3E}">
        <p14:creationId xmlns:p14="http://schemas.microsoft.com/office/powerpoint/2010/main" val="15079997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91530" name="Picture 42" descr="49663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78614" y="1819276"/>
            <a:ext cx="2465387" cy="2600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1521" name="Picture 33" descr="diet_20cok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99100" y="2971800"/>
            <a:ext cx="901700" cy="1352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1525" name="Picture 37" descr="brands_left_cokelight"/>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09801" y="1981200"/>
            <a:ext cx="2144713"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7" name="Rectangle 4"/>
          <p:cNvSpPr>
            <a:spLocks noGrp="1" noChangeArrowheads="1"/>
          </p:cNvSpPr>
          <p:nvPr>
            <p:ph type="title"/>
          </p:nvPr>
        </p:nvSpPr>
        <p:spPr/>
        <p:txBody>
          <a:bodyPr/>
          <a:lstStyle/>
          <a:p>
            <a:r>
              <a:rPr lang="en-US"/>
              <a:t>Inheritance</a:t>
            </a:r>
          </a:p>
        </p:txBody>
      </p:sp>
      <p:sp>
        <p:nvSpPr>
          <p:cNvPr id="2" name="Slide Number Placeholder 1"/>
          <p:cNvSpPr>
            <a:spLocks noGrp="1"/>
          </p:cNvSpPr>
          <p:nvPr>
            <p:ph type="sldNum" sz="quarter" idx="12"/>
          </p:nvPr>
        </p:nvSpPr>
        <p:spPr/>
        <p:txBody>
          <a:bodyPr/>
          <a:lstStyle/>
          <a:p>
            <a:pPr>
              <a:defRPr/>
            </a:pPr>
            <a:fld id="{AC8D2E04-DE5A-4C67-9B26-76BEF26F6857}" type="slidenum">
              <a:rPr lang="en-US" smtClean="0"/>
              <a:pPr>
                <a:defRPr/>
              </a:pPr>
              <a:t>41</a:t>
            </a:fld>
            <a:endParaRPr lang="en-US"/>
          </a:p>
        </p:txBody>
      </p:sp>
      <p:sp>
        <p:nvSpPr>
          <p:cNvPr id="191505" name="AutoShape 17"/>
          <p:cNvSpPr>
            <a:spLocks noChangeArrowheads="1"/>
          </p:cNvSpPr>
          <p:nvPr/>
        </p:nvSpPr>
        <p:spPr bwMode="auto">
          <a:xfrm>
            <a:off x="1905000" y="5638800"/>
            <a:ext cx="2133600" cy="914400"/>
          </a:xfrm>
          <a:prstGeom prst="wedgeRoundRectCallout">
            <a:avLst>
              <a:gd name="adj1" fmla="val 20389"/>
              <a:gd name="adj2" fmla="val -194620"/>
              <a:gd name="adj3" fmla="val 16667"/>
            </a:avLst>
          </a:prstGeom>
          <a:ln>
            <a:headEnd/>
            <a:tailEnd/>
          </a:ln>
        </p:spPr>
        <p:style>
          <a:lnRef idx="2">
            <a:schemeClr val="accent4"/>
          </a:lnRef>
          <a:fillRef idx="1">
            <a:schemeClr val="lt1"/>
          </a:fillRef>
          <a:effectRef idx="0">
            <a:schemeClr val="accent4"/>
          </a:effectRef>
          <a:fontRef idx="minor">
            <a:schemeClr val="dk1"/>
          </a:fontRef>
        </p:style>
        <p:txBody>
          <a:bodyPr/>
          <a:lstStyle/>
          <a:p>
            <a:pPr algn="ctr">
              <a:defRPr/>
            </a:pPr>
            <a:r>
              <a:rPr lang="en-US" sz="1600" b="1">
                <a:latin typeface="Times New Roman" pitchFamily="18" charset="0"/>
              </a:rPr>
              <a:t>Behaviors:</a:t>
            </a:r>
          </a:p>
          <a:p>
            <a:pPr algn="ctr">
              <a:defRPr/>
            </a:pPr>
            <a:r>
              <a:rPr lang="en-US" sz="1600">
                <a:latin typeface="Times New Roman" pitchFamily="18" charset="0"/>
              </a:rPr>
              <a:t>React</a:t>
            </a:r>
          </a:p>
          <a:p>
            <a:pPr algn="ctr">
              <a:defRPr/>
            </a:pPr>
            <a:r>
              <a:rPr lang="en-US" sz="1600">
                <a:latin typeface="Times New Roman" pitchFamily="18" charset="0"/>
              </a:rPr>
              <a:t>ReactiveSubstance</a:t>
            </a:r>
          </a:p>
        </p:txBody>
      </p:sp>
      <p:sp>
        <p:nvSpPr>
          <p:cNvPr id="191506" name="AutoShape 18"/>
          <p:cNvSpPr>
            <a:spLocks noChangeArrowheads="1"/>
          </p:cNvSpPr>
          <p:nvPr/>
        </p:nvSpPr>
        <p:spPr bwMode="auto">
          <a:xfrm>
            <a:off x="4419600" y="5638800"/>
            <a:ext cx="2133600" cy="914400"/>
          </a:xfrm>
          <a:prstGeom prst="wedgeRoundRectCallout">
            <a:avLst>
              <a:gd name="adj1" fmla="val 20389"/>
              <a:gd name="adj2" fmla="val -194620"/>
              <a:gd name="adj3" fmla="val 16667"/>
            </a:avLst>
          </a:prstGeom>
          <a:ln>
            <a:headEnd/>
            <a:tailEnd/>
          </a:ln>
        </p:spPr>
        <p:style>
          <a:lnRef idx="2">
            <a:schemeClr val="accent4"/>
          </a:lnRef>
          <a:fillRef idx="1">
            <a:schemeClr val="lt1"/>
          </a:fillRef>
          <a:effectRef idx="0">
            <a:schemeClr val="accent4"/>
          </a:effectRef>
          <a:fontRef idx="minor">
            <a:schemeClr val="dk1"/>
          </a:fontRef>
        </p:style>
        <p:txBody>
          <a:bodyPr/>
          <a:lstStyle/>
          <a:p>
            <a:pPr algn="ctr">
              <a:defRPr/>
            </a:pPr>
            <a:r>
              <a:rPr lang="en-US" sz="1600" b="1">
                <a:latin typeface="Times New Roman" pitchFamily="18" charset="0"/>
              </a:rPr>
              <a:t>Behaviors:</a:t>
            </a:r>
          </a:p>
          <a:p>
            <a:pPr algn="ctr">
              <a:defRPr/>
            </a:pPr>
            <a:r>
              <a:rPr lang="en-US" sz="1600">
                <a:latin typeface="Times New Roman" pitchFamily="18" charset="0"/>
              </a:rPr>
              <a:t>React</a:t>
            </a:r>
          </a:p>
          <a:p>
            <a:pPr algn="ctr">
              <a:defRPr/>
            </a:pPr>
            <a:r>
              <a:rPr lang="en-US" sz="1600">
                <a:latin typeface="Times New Roman" pitchFamily="18" charset="0"/>
              </a:rPr>
              <a:t>ReactiveSubstance</a:t>
            </a:r>
          </a:p>
        </p:txBody>
      </p:sp>
      <p:sp>
        <p:nvSpPr>
          <p:cNvPr id="191507" name="AutoShape 19"/>
          <p:cNvSpPr>
            <a:spLocks noChangeArrowheads="1"/>
          </p:cNvSpPr>
          <p:nvPr/>
        </p:nvSpPr>
        <p:spPr bwMode="auto">
          <a:xfrm>
            <a:off x="7010400" y="5638800"/>
            <a:ext cx="2133600" cy="914400"/>
          </a:xfrm>
          <a:prstGeom prst="wedgeRoundRectCallout">
            <a:avLst>
              <a:gd name="adj1" fmla="val 20389"/>
              <a:gd name="adj2" fmla="val -194620"/>
              <a:gd name="adj3" fmla="val 16667"/>
            </a:avLst>
          </a:prstGeom>
          <a:ln>
            <a:headEnd/>
            <a:tailEnd/>
          </a:ln>
        </p:spPr>
        <p:style>
          <a:lnRef idx="2">
            <a:schemeClr val="accent4"/>
          </a:lnRef>
          <a:fillRef idx="1">
            <a:schemeClr val="lt1"/>
          </a:fillRef>
          <a:effectRef idx="0">
            <a:schemeClr val="accent4"/>
          </a:effectRef>
          <a:fontRef idx="minor">
            <a:schemeClr val="dk1"/>
          </a:fontRef>
        </p:style>
        <p:txBody>
          <a:bodyPr/>
          <a:lstStyle/>
          <a:p>
            <a:pPr algn="ctr">
              <a:defRPr/>
            </a:pPr>
            <a:r>
              <a:rPr lang="en-US" sz="1600" b="1">
                <a:latin typeface="Times New Roman" pitchFamily="18" charset="0"/>
              </a:rPr>
              <a:t>Behaviors:</a:t>
            </a:r>
          </a:p>
          <a:p>
            <a:pPr algn="ctr">
              <a:defRPr/>
            </a:pPr>
            <a:r>
              <a:rPr lang="en-US" sz="1600">
                <a:latin typeface="Times New Roman" pitchFamily="18" charset="0"/>
              </a:rPr>
              <a:t>React</a:t>
            </a:r>
          </a:p>
          <a:p>
            <a:pPr algn="ctr">
              <a:defRPr/>
            </a:pPr>
            <a:r>
              <a:rPr lang="en-US" sz="1600">
                <a:latin typeface="Times New Roman" pitchFamily="18" charset="0"/>
              </a:rPr>
              <a:t>ReactiveSubstance</a:t>
            </a:r>
          </a:p>
        </p:txBody>
      </p:sp>
      <p:pic>
        <p:nvPicPr>
          <p:cNvPr id="191508" name="Picture 20"/>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502276" y="1371601"/>
            <a:ext cx="822325" cy="2043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1509" name="AutoShape 21"/>
          <p:cNvSpPr>
            <a:spLocks noChangeArrowheads="1"/>
          </p:cNvSpPr>
          <p:nvPr/>
        </p:nvSpPr>
        <p:spPr bwMode="auto">
          <a:xfrm>
            <a:off x="6781800" y="2514600"/>
            <a:ext cx="2133600" cy="914400"/>
          </a:xfrm>
          <a:prstGeom prst="wedgeRoundRectCallout">
            <a:avLst>
              <a:gd name="adj1" fmla="val -72472"/>
              <a:gd name="adj2" fmla="val -21005"/>
              <a:gd name="adj3" fmla="val 16667"/>
            </a:avLst>
          </a:prstGeom>
          <a:ln>
            <a:headEnd/>
            <a:tailEnd/>
          </a:ln>
        </p:spPr>
        <p:style>
          <a:lnRef idx="2">
            <a:schemeClr val="accent4"/>
          </a:lnRef>
          <a:fillRef idx="1">
            <a:schemeClr val="lt1"/>
          </a:fillRef>
          <a:effectRef idx="0">
            <a:schemeClr val="accent4"/>
          </a:effectRef>
          <a:fontRef idx="minor">
            <a:schemeClr val="dk1"/>
          </a:fontRef>
        </p:style>
        <p:txBody>
          <a:bodyPr/>
          <a:lstStyle/>
          <a:p>
            <a:pPr algn="ctr">
              <a:defRPr/>
            </a:pPr>
            <a:r>
              <a:rPr lang="en-US" sz="1600" b="1">
                <a:latin typeface="Times New Roman" pitchFamily="18" charset="0"/>
              </a:rPr>
              <a:t>Common behaviors:</a:t>
            </a:r>
          </a:p>
          <a:p>
            <a:pPr algn="ctr">
              <a:defRPr/>
            </a:pPr>
            <a:r>
              <a:rPr lang="en-US" sz="1600">
                <a:latin typeface="Times New Roman" pitchFamily="18" charset="0"/>
              </a:rPr>
              <a:t>React</a:t>
            </a:r>
          </a:p>
          <a:p>
            <a:pPr algn="ctr">
              <a:defRPr/>
            </a:pPr>
            <a:r>
              <a:rPr lang="en-US" sz="1600">
                <a:latin typeface="Times New Roman" pitchFamily="18" charset="0"/>
              </a:rPr>
              <a:t>ReactiveSubstance</a:t>
            </a:r>
          </a:p>
        </p:txBody>
      </p:sp>
      <p:grpSp>
        <p:nvGrpSpPr>
          <p:cNvPr id="191519" name="Group 31"/>
          <p:cNvGrpSpPr>
            <a:grpSpLocks/>
          </p:cNvGrpSpPr>
          <p:nvPr/>
        </p:nvGrpSpPr>
        <p:grpSpPr bwMode="auto">
          <a:xfrm>
            <a:off x="3352800" y="3429000"/>
            <a:ext cx="5105400" cy="1828800"/>
            <a:chOff x="1152" y="2160"/>
            <a:chExt cx="3216" cy="1152"/>
          </a:xfrm>
        </p:grpSpPr>
        <p:sp>
          <p:nvSpPr>
            <p:cNvPr id="18444" name="Line 23"/>
            <p:cNvSpPr>
              <a:spLocks noChangeShapeType="1"/>
            </p:cNvSpPr>
            <p:nvPr/>
          </p:nvSpPr>
          <p:spPr bwMode="auto">
            <a:xfrm>
              <a:off x="2784" y="2160"/>
              <a:ext cx="0" cy="1152"/>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45" name="Line 24"/>
            <p:cNvSpPr>
              <a:spLocks noChangeShapeType="1"/>
            </p:cNvSpPr>
            <p:nvPr/>
          </p:nvSpPr>
          <p:spPr bwMode="auto">
            <a:xfrm>
              <a:off x="1152" y="2304"/>
              <a:ext cx="3216"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46" name="Line 25"/>
            <p:cNvSpPr>
              <a:spLocks noChangeShapeType="1"/>
            </p:cNvSpPr>
            <p:nvPr/>
          </p:nvSpPr>
          <p:spPr bwMode="auto">
            <a:xfrm>
              <a:off x="1152" y="2304"/>
              <a:ext cx="0" cy="24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47" name="Line 26"/>
            <p:cNvSpPr>
              <a:spLocks noChangeShapeType="1"/>
            </p:cNvSpPr>
            <p:nvPr/>
          </p:nvSpPr>
          <p:spPr bwMode="auto">
            <a:xfrm>
              <a:off x="4368" y="2304"/>
              <a:ext cx="0" cy="24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extLst>
      <p:ext uri="{BB962C8B-B14F-4D97-AF65-F5344CB8AC3E}">
        <p14:creationId xmlns:p14="http://schemas.microsoft.com/office/powerpoint/2010/main" val="1819772445"/>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xit" presetSubtype="0" fill="hold" nodeType="clickEffect">
                                  <p:stCondLst>
                                    <p:cond delay="0"/>
                                  </p:stCondLst>
                                  <p:childTnLst>
                                    <p:anim calcmode="lin" valueType="num">
                                      <p:cBhvr>
                                        <p:cTn id="6" dur="1000"/>
                                        <p:tgtEl>
                                          <p:spTgt spid="191505"/>
                                        </p:tgtEl>
                                        <p:attrNameLst>
                                          <p:attrName>ppt_w</p:attrName>
                                        </p:attrNameLst>
                                      </p:cBhvr>
                                      <p:tavLst>
                                        <p:tav tm="0">
                                          <p:val>
                                            <p:strVal val="ppt_w"/>
                                          </p:val>
                                        </p:tav>
                                        <p:tav tm="100000">
                                          <p:val>
                                            <p:strVal val="ppt_w*0.70"/>
                                          </p:val>
                                        </p:tav>
                                      </p:tavLst>
                                    </p:anim>
                                    <p:anim calcmode="lin" valueType="num">
                                      <p:cBhvr>
                                        <p:cTn id="7" dur="1000"/>
                                        <p:tgtEl>
                                          <p:spTgt spid="191505"/>
                                        </p:tgtEl>
                                        <p:attrNameLst>
                                          <p:attrName>ppt_h</p:attrName>
                                        </p:attrNameLst>
                                      </p:cBhvr>
                                      <p:tavLst>
                                        <p:tav tm="0">
                                          <p:val>
                                            <p:strVal val="ppt_h"/>
                                          </p:val>
                                        </p:tav>
                                        <p:tav tm="100000">
                                          <p:val>
                                            <p:strVal val="ppt_h"/>
                                          </p:val>
                                        </p:tav>
                                      </p:tavLst>
                                    </p:anim>
                                    <p:animEffect transition="out" filter="fade">
                                      <p:cBhvr>
                                        <p:cTn id="8" dur="1000"/>
                                        <p:tgtEl>
                                          <p:spTgt spid="191505"/>
                                        </p:tgtEl>
                                      </p:cBhvr>
                                    </p:animEffect>
                                    <p:set>
                                      <p:cBhvr>
                                        <p:cTn id="9" dur="1" fill="hold">
                                          <p:stCondLst>
                                            <p:cond delay="999"/>
                                          </p:stCondLst>
                                        </p:cTn>
                                        <p:tgtEl>
                                          <p:spTgt spid="191505"/>
                                        </p:tgtEl>
                                        <p:attrNameLst>
                                          <p:attrName>style.visibility</p:attrName>
                                        </p:attrNameLst>
                                      </p:cBhvr>
                                      <p:to>
                                        <p:strVal val="hidden"/>
                                      </p:to>
                                    </p:set>
                                  </p:childTnLst>
                                </p:cTn>
                              </p:par>
                              <p:par>
                                <p:cTn id="10" presetID="55" presetClass="exit" presetSubtype="0" fill="hold" nodeType="withEffect">
                                  <p:stCondLst>
                                    <p:cond delay="0"/>
                                  </p:stCondLst>
                                  <p:childTnLst>
                                    <p:anim calcmode="lin" valueType="num">
                                      <p:cBhvr>
                                        <p:cTn id="11" dur="1000"/>
                                        <p:tgtEl>
                                          <p:spTgt spid="191506"/>
                                        </p:tgtEl>
                                        <p:attrNameLst>
                                          <p:attrName>ppt_w</p:attrName>
                                        </p:attrNameLst>
                                      </p:cBhvr>
                                      <p:tavLst>
                                        <p:tav tm="0">
                                          <p:val>
                                            <p:strVal val="ppt_w"/>
                                          </p:val>
                                        </p:tav>
                                        <p:tav tm="100000">
                                          <p:val>
                                            <p:strVal val="ppt_w*0.70"/>
                                          </p:val>
                                        </p:tav>
                                      </p:tavLst>
                                    </p:anim>
                                    <p:anim calcmode="lin" valueType="num">
                                      <p:cBhvr>
                                        <p:cTn id="12" dur="1000"/>
                                        <p:tgtEl>
                                          <p:spTgt spid="191506"/>
                                        </p:tgtEl>
                                        <p:attrNameLst>
                                          <p:attrName>ppt_h</p:attrName>
                                        </p:attrNameLst>
                                      </p:cBhvr>
                                      <p:tavLst>
                                        <p:tav tm="0">
                                          <p:val>
                                            <p:strVal val="ppt_h"/>
                                          </p:val>
                                        </p:tav>
                                        <p:tav tm="100000">
                                          <p:val>
                                            <p:strVal val="ppt_h"/>
                                          </p:val>
                                        </p:tav>
                                      </p:tavLst>
                                    </p:anim>
                                    <p:animEffect transition="out" filter="fade">
                                      <p:cBhvr>
                                        <p:cTn id="13" dur="1000"/>
                                        <p:tgtEl>
                                          <p:spTgt spid="191506"/>
                                        </p:tgtEl>
                                      </p:cBhvr>
                                    </p:animEffect>
                                    <p:set>
                                      <p:cBhvr>
                                        <p:cTn id="14" dur="1" fill="hold">
                                          <p:stCondLst>
                                            <p:cond delay="999"/>
                                          </p:stCondLst>
                                        </p:cTn>
                                        <p:tgtEl>
                                          <p:spTgt spid="191506"/>
                                        </p:tgtEl>
                                        <p:attrNameLst>
                                          <p:attrName>style.visibility</p:attrName>
                                        </p:attrNameLst>
                                      </p:cBhvr>
                                      <p:to>
                                        <p:strVal val="hidden"/>
                                      </p:to>
                                    </p:set>
                                  </p:childTnLst>
                                </p:cTn>
                              </p:par>
                              <p:par>
                                <p:cTn id="15" presetID="55" presetClass="exit" presetSubtype="0" fill="hold" nodeType="withEffect">
                                  <p:stCondLst>
                                    <p:cond delay="0"/>
                                  </p:stCondLst>
                                  <p:childTnLst>
                                    <p:anim calcmode="lin" valueType="num">
                                      <p:cBhvr>
                                        <p:cTn id="16" dur="1000"/>
                                        <p:tgtEl>
                                          <p:spTgt spid="191507"/>
                                        </p:tgtEl>
                                        <p:attrNameLst>
                                          <p:attrName>ppt_w</p:attrName>
                                        </p:attrNameLst>
                                      </p:cBhvr>
                                      <p:tavLst>
                                        <p:tav tm="0">
                                          <p:val>
                                            <p:strVal val="ppt_w"/>
                                          </p:val>
                                        </p:tav>
                                        <p:tav tm="100000">
                                          <p:val>
                                            <p:strVal val="ppt_w*0.70"/>
                                          </p:val>
                                        </p:tav>
                                      </p:tavLst>
                                    </p:anim>
                                    <p:anim calcmode="lin" valueType="num">
                                      <p:cBhvr>
                                        <p:cTn id="17" dur="1000"/>
                                        <p:tgtEl>
                                          <p:spTgt spid="191507"/>
                                        </p:tgtEl>
                                        <p:attrNameLst>
                                          <p:attrName>ppt_h</p:attrName>
                                        </p:attrNameLst>
                                      </p:cBhvr>
                                      <p:tavLst>
                                        <p:tav tm="0">
                                          <p:val>
                                            <p:strVal val="ppt_h"/>
                                          </p:val>
                                        </p:tav>
                                        <p:tav tm="100000">
                                          <p:val>
                                            <p:strVal val="ppt_h"/>
                                          </p:val>
                                        </p:tav>
                                      </p:tavLst>
                                    </p:anim>
                                    <p:animEffect transition="out" filter="fade">
                                      <p:cBhvr>
                                        <p:cTn id="18" dur="1000"/>
                                        <p:tgtEl>
                                          <p:spTgt spid="191507"/>
                                        </p:tgtEl>
                                      </p:cBhvr>
                                    </p:animEffect>
                                    <p:set>
                                      <p:cBhvr>
                                        <p:cTn id="19" dur="1" fill="hold">
                                          <p:stCondLst>
                                            <p:cond delay="999"/>
                                          </p:stCondLst>
                                        </p:cTn>
                                        <p:tgtEl>
                                          <p:spTgt spid="191507"/>
                                        </p:tgtEl>
                                        <p:attrNameLst>
                                          <p:attrName>style.visibility</p:attrName>
                                        </p:attrNameLst>
                                      </p:cBhvr>
                                      <p:to>
                                        <p:strVal val="hidden"/>
                                      </p:to>
                                    </p:set>
                                  </p:childTnLst>
                                </p:cTn>
                              </p:par>
                            </p:childTnLst>
                          </p:cTn>
                        </p:par>
                        <p:par>
                          <p:cTn id="20" fill="hold" nodeType="afterGroup">
                            <p:stCondLst>
                              <p:cond delay="1000"/>
                            </p:stCondLst>
                            <p:childTnLst>
                              <p:par>
                                <p:cTn id="21" presetID="42" presetClass="path" presetSubtype="0" accel="50000" decel="50000" fill="hold" nodeType="afterEffect">
                                  <p:stCondLst>
                                    <p:cond delay="0"/>
                                  </p:stCondLst>
                                  <p:childTnLst>
                                    <p:animMotion origin="layout" path="M 0 0  L 0 0.33333  E" pathEditMode="relative" ptsTypes="">
                                      <p:cBhvr>
                                        <p:cTn id="22" dur="2000" fill="hold"/>
                                        <p:tgtEl>
                                          <p:spTgt spid="191525"/>
                                        </p:tgtEl>
                                        <p:attrNameLst>
                                          <p:attrName>ppt_x</p:attrName>
                                          <p:attrName>ppt_y</p:attrName>
                                        </p:attrNameLst>
                                      </p:cBhvr>
                                    </p:animMotion>
                                  </p:childTnLst>
                                </p:cTn>
                              </p:par>
                              <p:par>
                                <p:cTn id="23" presetID="42" presetClass="path" presetSubtype="0" accel="50000" decel="50000" fill="hold" nodeType="withEffect">
                                  <p:stCondLst>
                                    <p:cond delay="0"/>
                                  </p:stCondLst>
                                  <p:childTnLst>
                                    <p:animMotion origin="layout" path="M 0 0  L 0 0.33333  E" pathEditMode="relative" ptsTypes="">
                                      <p:cBhvr>
                                        <p:cTn id="24" dur="2000" fill="hold"/>
                                        <p:tgtEl>
                                          <p:spTgt spid="191521"/>
                                        </p:tgtEl>
                                        <p:attrNameLst>
                                          <p:attrName>ppt_x</p:attrName>
                                          <p:attrName>ppt_y</p:attrName>
                                        </p:attrNameLst>
                                      </p:cBhvr>
                                    </p:animMotion>
                                  </p:childTnLst>
                                </p:cTn>
                              </p:par>
                              <p:par>
                                <p:cTn id="25" presetID="42" presetClass="path" presetSubtype="0" accel="50000" decel="50000" fill="hold" nodeType="withEffect">
                                  <p:stCondLst>
                                    <p:cond delay="0"/>
                                  </p:stCondLst>
                                  <p:childTnLst>
                                    <p:animMotion origin="layout" path="M 0 0  L 0 0.33333  E" pathEditMode="relative" ptsTypes="">
                                      <p:cBhvr>
                                        <p:cTn id="26" dur="2000" fill="hold"/>
                                        <p:tgtEl>
                                          <p:spTgt spid="191530"/>
                                        </p:tgtEl>
                                        <p:attrNameLst>
                                          <p:attrName>ppt_x</p:attrName>
                                          <p:attrName>ppt_y</p:attrName>
                                        </p:attrNameLst>
                                      </p:cBhvr>
                                    </p:animMotion>
                                  </p:childTnLst>
                                </p:cTn>
                              </p:par>
                            </p:childTnLst>
                          </p:cTn>
                        </p:par>
                        <p:par>
                          <p:cTn id="27" fill="hold" nodeType="afterGroup">
                            <p:stCondLst>
                              <p:cond delay="3000"/>
                            </p:stCondLst>
                            <p:childTnLst>
                              <p:par>
                                <p:cTn id="28" presetID="2" presetClass="entr" presetSubtype="1" fill="hold" nodeType="afterEffect">
                                  <p:stCondLst>
                                    <p:cond delay="0"/>
                                  </p:stCondLst>
                                  <p:childTnLst>
                                    <p:set>
                                      <p:cBhvr>
                                        <p:cTn id="29" dur="1" fill="hold">
                                          <p:stCondLst>
                                            <p:cond delay="0"/>
                                          </p:stCondLst>
                                        </p:cTn>
                                        <p:tgtEl>
                                          <p:spTgt spid="191508"/>
                                        </p:tgtEl>
                                        <p:attrNameLst>
                                          <p:attrName>style.visibility</p:attrName>
                                        </p:attrNameLst>
                                      </p:cBhvr>
                                      <p:to>
                                        <p:strVal val="visible"/>
                                      </p:to>
                                    </p:set>
                                    <p:anim calcmode="lin" valueType="num">
                                      <p:cBhvr additive="base">
                                        <p:cTn id="30" dur="500" fill="hold"/>
                                        <p:tgtEl>
                                          <p:spTgt spid="191508"/>
                                        </p:tgtEl>
                                        <p:attrNameLst>
                                          <p:attrName>ppt_x</p:attrName>
                                        </p:attrNameLst>
                                      </p:cBhvr>
                                      <p:tavLst>
                                        <p:tav tm="0">
                                          <p:val>
                                            <p:strVal val="#ppt_x"/>
                                          </p:val>
                                        </p:tav>
                                        <p:tav tm="100000">
                                          <p:val>
                                            <p:strVal val="#ppt_x"/>
                                          </p:val>
                                        </p:tav>
                                      </p:tavLst>
                                    </p:anim>
                                    <p:anim calcmode="lin" valueType="num">
                                      <p:cBhvr additive="base">
                                        <p:cTn id="31" dur="500" fill="hold"/>
                                        <p:tgtEl>
                                          <p:spTgt spid="191508"/>
                                        </p:tgtEl>
                                        <p:attrNameLst>
                                          <p:attrName>ppt_y</p:attrName>
                                        </p:attrNameLst>
                                      </p:cBhvr>
                                      <p:tavLst>
                                        <p:tav tm="0">
                                          <p:val>
                                            <p:strVal val="0-#ppt_h/2"/>
                                          </p:val>
                                        </p:tav>
                                        <p:tav tm="100000">
                                          <p:val>
                                            <p:strVal val="#ppt_y"/>
                                          </p:val>
                                        </p:tav>
                                      </p:tavLst>
                                    </p:anim>
                                  </p:childTnLst>
                                </p:cTn>
                              </p:par>
                            </p:childTnLst>
                          </p:cTn>
                        </p:par>
                        <p:par>
                          <p:cTn id="32" fill="hold" nodeType="afterGroup">
                            <p:stCondLst>
                              <p:cond delay="3500"/>
                            </p:stCondLst>
                            <p:childTnLst>
                              <p:par>
                                <p:cTn id="33" presetID="2" presetClass="entr" presetSubtype="2" fill="hold" grpId="0" nodeType="afterEffect">
                                  <p:stCondLst>
                                    <p:cond delay="0"/>
                                  </p:stCondLst>
                                  <p:childTnLst>
                                    <p:set>
                                      <p:cBhvr>
                                        <p:cTn id="34" dur="1" fill="hold">
                                          <p:stCondLst>
                                            <p:cond delay="0"/>
                                          </p:stCondLst>
                                        </p:cTn>
                                        <p:tgtEl>
                                          <p:spTgt spid="191509"/>
                                        </p:tgtEl>
                                        <p:attrNameLst>
                                          <p:attrName>style.visibility</p:attrName>
                                        </p:attrNameLst>
                                      </p:cBhvr>
                                      <p:to>
                                        <p:strVal val="visible"/>
                                      </p:to>
                                    </p:set>
                                    <p:anim calcmode="lin" valueType="num">
                                      <p:cBhvr additive="base">
                                        <p:cTn id="35" dur="500" fill="hold"/>
                                        <p:tgtEl>
                                          <p:spTgt spid="191509"/>
                                        </p:tgtEl>
                                        <p:attrNameLst>
                                          <p:attrName>ppt_x</p:attrName>
                                        </p:attrNameLst>
                                      </p:cBhvr>
                                      <p:tavLst>
                                        <p:tav tm="0">
                                          <p:val>
                                            <p:strVal val="1+#ppt_w/2"/>
                                          </p:val>
                                        </p:tav>
                                        <p:tav tm="100000">
                                          <p:val>
                                            <p:strVal val="#ppt_x"/>
                                          </p:val>
                                        </p:tav>
                                      </p:tavLst>
                                    </p:anim>
                                    <p:anim calcmode="lin" valueType="num">
                                      <p:cBhvr additive="base">
                                        <p:cTn id="36" dur="500" fill="hold"/>
                                        <p:tgtEl>
                                          <p:spTgt spid="191509"/>
                                        </p:tgtEl>
                                        <p:attrNameLst>
                                          <p:attrName>ppt_y</p:attrName>
                                        </p:attrNameLst>
                                      </p:cBhvr>
                                      <p:tavLst>
                                        <p:tav tm="0">
                                          <p:val>
                                            <p:strVal val="#ppt_y"/>
                                          </p:val>
                                        </p:tav>
                                        <p:tav tm="100000">
                                          <p:val>
                                            <p:strVal val="#ppt_y"/>
                                          </p:val>
                                        </p:tav>
                                      </p:tavLst>
                                    </p:anim>
                                  </p:childTnLst>
                                </p:cTn>
                              </p:par>
                            </p:childTnLst>
                          </p:cTn>
                        </p:par>
                        <p:par>
                          <p:cTn id="37" fill="hold" nodeType="afterGroup">
                            <p:stCondLst>
                              <p:cond delay="4000"/>
                            </p:stCondLst>
                            <p:childTnLst>
                              <p:par>
                                <p:cTn id="38" presetID="34" presetClass="entr" presetSubtype="0" fill="hold" nodeType="afterEffect">
                                  <p:stCondLst>
                                    <p:cond delay="0"/>
                                  </p:stCondLst>
                                  <p:childTnLst>
                                    <p:set>
                                      <p:cBhvr>
                                        <p:cTn id="39" dur="1" fill="hold">
                                          <p:stCondLst>
                                            <p:cond delay="0"/>
                                          </p:stCondLst>
                                        </p:cTn>
                                        <p:tgtEl>
                                          <p:spTgt spid="191519"/>
                                        </p:tgtEl>
                                        <p:attrNameLst>
                                          <p:attrName>style.visibility</p:attrName>
                                        </p:attrNameLst>
                                      </p:cBhvr>
                                      <p:to>
                                        <p:strVal val="visible"/>
                                      </p:to>
                                    </p:set>
                                    <p:anim from="(-#ppt_w/2)" to="(#ppt_x)" calcmode="lin" valueType="num">
                                      <p:cBhvr>
                                        <p:cTn id="40" dur="600" fill="hold">
                                          <p:stCondLst>
                                            <p:cond delay="0"/>
                                          </p:stCondLst>
                                        </p:cTn>
                                        <p:tgtEl>
                                          <p:spTgt spid="191519"/>
                                        </p:tgtEl>
                                        <p:attrNameLst>
                                          <p:attrName>ppt_x</p:attrName>
                                        </p:attrNameLst>
                                      </p:cBhvr>
                                    </p:anim>
                                    <p:anim from="0" to="-1.0" calcmode="lin" valueType="num">
                                      <p:cBhvr>
                                        <p:cTn id="41" dur="200" decel="50000" autoRev="1" fill="hold">
                                          <p:stCondLst>
                                            <p:cond delay="600"/>
                                          </p:stCondLst>
                                        </p:cTn>
                                        <p:tgtEl>
                                          <p:spTgt spid="191519"/>
                                        </p:tgtEl>
                                        <p:attrNameLst>
                                          <p:attrName>xshear</p:attrName>
                                        </p:attrNameLst>
                                      </p:cBhvr>
                                    </p:anim>
                                    <p:animScale>
                                      <p:cBhvr>
                                        <p:cTn id="42" dur="200" decel="100000" autoRev="1" fill="hold">
                                          <p:stCondLst>
                                            <p:cond delay="600"/>
                                          </p:stCondLst>
                                        </p:cTn>
                                        <p:tgtEl>
                                          <p:spTgt spid="191519"/>
                                        </p:tgtEl>
                                      </p:cBhvr>
                                      <p:from x="100000" y="100000"/>
                                      <p:to x="80000" y="100000"/>
                                    </p:animScale>
                                    <p:anim by="(#ppt_h/3+#ppt_w*0.1)" calcmode="lin" valueType="num">
                                      <p:cBhvr additive="sum">
                                        <p:cTn id="43" dur="200" decel="100000" autoRev="1" fill="hold">
                                          <p:stCondLst>
                                            <p:cond delay="600"/>
                                          </p:stCondLst>
                                        </p:cTn>
                                        <p:tgtEl>
                                          <p:spTgt spid="191519"/>
                                        </p:tgtEl>
                                        <p:attrNameLst>
                                          <p:attrName>ppt_x</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1509"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r>
              <a:rPr lang="en-US" sz="3200" kern="1200" dirty="0">
                <a:solidFill>
                  <a:schemeClr val="tx1"/>
                </a:solidFill>
                <a:ea typeface="+mn-ea"/>
                <a:cs typeface="+mn-cs"/>
              </a:rPr>
              <a:t>Polymorphism</a:t>
            </a:r>
          </a:p>
        </p:txBody>
      </p:sp>
      <p:sp>
        <p:nvSpPr>
          <p:cNvPr id="3" name="Content Placeholder 2"/>
          <p:cNvSpPr>
            <a:spLocks noGrp="1"/>
          </p:cNvSpPr>
          <p:nvPr>
            <p:ph idx="1"/>
          </p:nvPr>
        </p:nvSpPr>
        <p:spPr>
          <a:xfrm>
            <a:off x="835026" y="1636951"/>
            <a:ext cx="10515600" cy="4351338"/>
          </a:xfrm>
        </p:spPr>
        <p:txBody>
          <a:bodyPr/>
          <a:lstStyle/>
          <a:p>
            <a:r>
              <a:rPr lang="en-US" sz="2400" dirty="0"/>
              <a:t>Polymorphism means the ability to take more than one form. The behavior depends upon the types of data used in the operation. </a:t>
            </a:r>
          </a:p>
          <a:p>
            <a:endParaRPr lang="en-US" sz="2400" dirty="0"/>
          </a:p>
          <a:p>
            <a:r>
              <a:rPr lang="en-US" sz="2400" dirty="0"/>
              <a:t>This is something similar to a particular word having several different meanings depending on the context. </a:t>
            </a:r>
          </a:p>
          <a:p>
            <a:endParaRPr lang="en-US" dirty="0"/>
          </a:p>
        </p:txBody>
      </p:sp>
      <p:sp>
        <p:nvSpPr>
          <p:cNvPr id="13316"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fld id="{139867F7-D138-4549-97AA-AEC0BA5DD5B8}" type="slidenum">
              <a:rPr lang="en-US" sz="1400"/>
              <a:pPr eaLnBrk="1" hangingPunct="1"/>
              <a:t>42</a:t>
            </a:fld>
            <a:endParaRPr lang="en-US" sz="1400"/>
          </a:p>
        </p:txBody>
      </p:sp>
      <p:sp>
        <p:nvSpPr>
          <p:cNvPr id="13318" name="Rectangle 3"/>
          <p:cNvSpPr>
            <a:spLocks noChangeArrowheads="1"/>
          </p:cNvSpPr>
          <p:nvPr/>
        </p:nvSpPr>
        <p:spPr bwMode="auto">
          <a:xfrm>
            <a:off x="6667500" y="3502294"/>
            <a:ext cx="1143000" cy="800100"/>
          </a:xfrm>
          <a:prstGeom prst="rect">
            <a:avLst/>
          </a:prstGeom>
          <a:solidFill>
            <a:srgbClr val="FFFFFF"/>
          </a:solidFill>
          <a:ln w="9525">
            <a:solidFill>
              <a:srgbClr val="000000"/>
            </a:solidFill>
            <a:miter lim="800000"/>
            <a:headEnd/>
            <a:tailEnd/>
          </a:ln>
        </p:spPr>
        <p:txBody>
          <a:bodyPr/>
          <a:lstStyle/>
          <a:p>
            <a:endParaRPr lang="en-US"/>
          </a:p>
        </p:txBody>
      </p:sp>
      <p:sp>
        <p:nvSpPr>
          <p:cNvPr id="13319" name="Line 4"/>
          <p:cNvSpPr>
            <a:spLocks noChangeShapeType="1"/>
          </p:cNvSpPr>
          <p:nvPr/>
        </p:nvSpPr>
        <p:spPr bwMode="auto">
          <a:xfrm>
            <a:off x="6657975" y="3870317"/>
            <a:ext cx="1143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20" name="Rectangle 5"/>
          <p:cNvSpPr>
            <a:spLocks noChangeArrowheads="1"/>
          </p:cNvSpPr>
          <p:nvPr/>
        </p:nvSpPr>
        <p:spPr bwMode="auto">
          <a:xfrm>
            <a:off x="5067300" y="5026294"/>
            <a:ext cx="1257300" cy="800100"/>
          </a:xfrm>
          <a:prstGeom prst="rect">
            <a:avLst/>
          </a:prstGeom>
          <a:solidFill>
            <a:srgbClr val="FFFFFF"/>
          </a:solidFill>
          <a:ln w="9525">
            <a:solidFill>
              <a:srgbClr val="000000"/>
            </a:solidFill>
            <a:miter lim="800000"/>
            <a:headEnd/>
            <a:tailEnd/>
          </a:ln>
        </p:spPr>
        <p:txBody>
          <a:bodyPr/>
          <a:lstStyle/>
          <a:p>
            <a:endParaRPr lang="en-US"/>
          </a:p>
        </p:txBody>
      </p:sp>
      <p:sp>
        <p:nvSpPr>
          <p:cNvPr id="13321" name="Rectangle 6"/>
          <p:cNvSpPr>
            <a:spLocks noChangeArrowheads="1"/>
          </p:cNvSpPr>
          <p:nvPr/>
        </p:nvSpPr>
        <p:spPr bwMode="auto">
          <a:xfrm>
            <a:off x="6896100" y="5026294"/>
            <a:ext cx="1143000" cy="800100"/>
          </a:xfrm>
          <a:prstGeom prst="rect">
            <a:avLst/>
          </a:prstGeom>
          <a:solidFill>
            <a:srgbClr val="FFFFFF"/>
          </a:solidFill>
          <a:ln w="9525">
            <a:solidFill>
              <a:srgbClr val="000000"/>
            </a:solidFill>
            <a:miter lim="800000"/>
            <a:headEnd/>
            <a:tailEnd/>
          </a:ln>
        </p:spPr>
        <p:txBody>
          <a:bodyPr/>
          <a:lstStyle/>
          <a:p>
            <a:endParaRPr lang="en-US"/>
          </a:p>
        </p:txBody>
      </p:sp>
      <p:sp>
        <p:nvSpPr>
          <p:cNvPr id="13322" name="Rectangle 7"/>
          <p:cNvSpPr>
            <a:spLocks noChangeArrowheads="1"/>
          </p:cNvSpPr>
          <p:nvPr/>
        </p:nvSpPr>
        <p:spPr bwMode="auto">
          <a:xfrm>
            <a:off x="8724900" y="5026294"/>
            <a:ext cx="1638300" cy="800100"/>
          </a:xfrm>
          <a:prstGeom prst="rect">
            <a:avLst/>
          </a:prstGeom>
          <a:solidFill>
            <a:srgbClr val="FFFFFF"/>
          </a:solidFill>
          <a:ln w="9525">
            <a:solidFill>
              <a:srgbClr val="000000"/>
            </a:solidFill>
            <a:miter lim="800000"/>
            <a:headEnd/>
            <a:tailEnd/>
          </a:ln>
        </p:spPr>
        <p:txBody>
          <a:bodyPr/>
          <a:lstStyle/>
          <a:p>
            <a:r>
              <a:rPr lang="en-US" sz="1400"/>
              <a:t> Triangle:object</a:t>
            </a:r>
          </a:p>
        </p:txBody>
      </p:sp>
      <p:sp>
        <p:nvSpPr>
          <p:cNvPr id="13323" name="Line 8"/>
          <p:cNvSpPr>
            <a:spLocks noChangeShapeType="1"/>
          </p:cNvSpPr>
          <p:nvPr/>
        </p:nvSpPr>
        <p:spPr bwMode="auto">
          <a:xfrm>
            <a:off x="5067300" y="5405807"/>
            <a:ext cx="12573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24" name="Line 9"/>
          <p:cNvSpPr>
            <a:spLocks noChangeShapeType="1"/>
          </p:cNvSpPr>
          <p:nvPr/>
        </p:nvSpPr>
        <p:spPr bwMode="auto">
          <a:xfrm>
            <a:off x="6877916" y="5405807"/>
            <a:ext cx="11430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25" name="Line 10"/>
          <p:cNvSpPr>
            <a:spLocks noChangeShapeType="1"/>
          </p:cNvSpPr>
          <p:nvPr/>
        </p:nvSpPr>
        <p:spPr bwMode="auto">
          <a:xfrm>
            <a:off x="8724900" y="5389734"/>
            <a:ext cx="16383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26" name="Line 11"/>
          <p:cNvSpPr>
            <a:spLocks noChangeShapeType="1"/>
          </p:cNvSpPr>
          <p:nvPr/>
        </p:nvSpPr>
        <p:spPr bwMode="auto">
          <a:xfrm flipH="1">
            <a:off x="6105525" y="4445269"/>
            <a:ext cx="571500" cy="571500"/>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en-US"/>
          </a:p>
        </p:txBody>
      </p:sp>
      <p:sp>
        <p:nvSpPr>
          <p:cNvPr id="13327" name="Line 12"/>
          <p:cNvSpPr>
            <a:spLocks noChangeShapeType="1"/>
          </p:cNvSpPr>
          <p:nvPr/>
        </p:nvSpPr>
        <p:spPr bwMode="auto">
          <a:xfrm>
            <a:off x="7353300" y="4454794"/>
            <a:ext cx="0" cy="571500"/>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en-US"/>
          </a:p>
        </p:txBody>
      </p:sp>
      <p:sp>
        <p:nvSpPr>
          <p:cNvPr id="13328" name="Line 13"/>
          <p:cNvSpPr>
            <a:spLocks noChangeShapeType="1"/>
          </p:cNvSpPr>
          <p:nvPr/>
        </p:nvSpPr>
        <p:spPr bwMode="auto">
          <a:xfrm>
            <a:off x="7800975" y="4435744"/>
            <a:ext cx="1485900" cy="571500"/>
          </a:xfrm>
          <a:prstGeom prst="line">
            <a:avLst/>
          </a:prstGeom>
          <a:noFill/>
          <a:ln w="9525">
            <a:solidFill>
              <a:srgbClr val="000000"/>
            </a:solidFill>
            <a:round/>
            <a:headEnd/>
            <a:tailEnd type="arrow" w="med" len="med"/>
          </a:ln>
          <a:extLst>
            <a:ext uri="{909E8E84-426E-40DD-AFC4-6F175D3DCCD1}">
              <a14:hiddenFill xmlns:a14="http://schemas.microsoft.com/office/drawing/2010/main">
                <a:noFill/>
              </a14:hiddenFill>
            </a:ext>
          </a:extLst>
        </p:spPr>
        <p:txBody>
          <a:bodyPr/>
          <a:lstStyle/>
          <a:p>
            <a:endParaRPr lang="en-US"/>
          </a:p>
        </p:txBody>
      </p:sp>
      <p:sp>
        <p:nvSpPr>
          <p:cNvPr id="13329" name="Rectangle 14"/>
          <p:cNvSpPr>
            <a:spLocks noChangeArrowheads="1"/>
          </p:cNvSpPr>
          <p:nvPr/>
        </p:nvSpPr>
        <p:spPr bwMode="auto">
          <a:xfrm>
            <a:off x="6705601" y="3500985"/>
            <a:ext cx="81304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en-US"/>
              <a:t>Shape </a:t>
            </a:r>
          </a:p>
        </p:txBody>
      </p:sp>
      <p:sp>
        <p:nvSpPr>
          <p:cNvPr id="13330" name="Rectangle 15"/>
          <p:cNvSpPr>
            <a:spLocks noChangeArrowheads="1"/>
          </p:cNvSpPr>
          <p:nvPr/>
        </p:nvSpPr>
        <p:spPr bwMode="auto">
          <a:xfrm>
            <a:off x="6705600" y="3897582"/>
            <a:ext cx="8708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t>Draw( )</a:t>
            </a:r>
          </a:p>
        </p:txBody>
      </p:sp>
      <p:sp>
        <p:nvSpPr>
          <p:cNvPr id="13331" name="Rectangle 16"/>
          <p:cNvSpPr>
            <a:spLocks noChangeArrowheads="1"/>
          </p:cNvSpPr>
          <p:nvPr/>
        </p:nvSpPr>
        <p:spPr bwMode="auto">
          <a:xfrm>
            <a:off x="5026026" y="5069257"/>
            <a:ext cx="117589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en-US" sz="1400">
                <a:cs typeface="Times New Roman" pitchFamily="18" charset="0"/>
              </a:rPr>
              <a:t>Circle: object</a:t>
            </a:r>
            <a:r>
              <a:rPr lang="en-US" sz="1400"/>
              <a:t> </a:t>
            </a:r>
          </a:p>
        </p:txBody>
      </p:sp>
      <p:sp>
        <p:nvSpPr>
          <p:cNvPr id="13332" name="Rectangle 17"/>
          <p:cNvSpPr>
            <a:spLocks noChangeArrowheads="1"/>
          </p:cNvSpPr>
          <p:nvPr/>
        </p:nvSpPr>
        <p:spPr bwMode="auto">
          <a:xfrm>
            <a:off x="5105400" y="5405807"/>
            <a:ext cx="110049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en-US" sz="1400" dirty="0"/>
              <a:t>Draw(circle) </a:t>
            </a:r>
          </a:p>
        </p:txBody>
      </p:sp>
      <p:sp>
        <p:nvSpPr>
          <p:cNvPr id="13333" name="Rectangle 18"/>
          <p:cNvSpPr>
            <a:spLocks noChangeArrowheads="1"/>
          </p:cNvSpPr>
          <p:nvPr/>
        </p:nvSpPr>
        <p:spPr bwMode="auto">
          <a:xfrm>
            <a:off x="6851650" y="5482007"/>
            <a:ext cx="106112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en-US" sz="1400"/>
              <a:t>  Draw(box) </a:t>
            </a:r>
          </a:p>
        </p:txBody>
      </p:sp>
      <p:sp>
        <p:nvSpPr>
          <p:cNvPr id="13334" name="Rectangle 19"/>
          <p:cNvSpPr>
            <a:spLocks noChangeArrowheads="1"/>
          </p:cNvSpPr>
          <p:nvPr/>
        </p:nvSpPr>
        <p:spPr bwMode="auto">
          <a:xfrm>
            <a:off x="6965950" y="5024807"/>
            <a:ext cx="103874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en-US" sz="1400"/>
              <a:t>Box: object </a:t>
            </a:r>
          </a:p>
        </p:txBody>
      </p:sp>
      <p:sp>
        <p:nvSpPr>
          <p:cNvPr id="13335" name="Rectangle 20"/>
          <p:cNvSpPr>
            <a:spLocks noChangeArrowheads="1"/>
          </p:cNvSpPr>
          <p:nvPr/>
        </p:nvSpPr>
        <p:spPr bwMode="auto">
          <a:xfrm>
            <a:off x="8788401" y="5482007"/>
            <a:ext cx="127945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en-US" sz="1400" dirty="0"/>
              <a:t> Draw(triangle)</a:t>
            </a:r>
          </a:p>
        </p:txBody>
      </p:sp>
    </p:spTree>
    <p:extLst>
      <p:ext uri="{BB962C8B-B14F-4D97-AF65-F5344CB8AC3E}">
        <p14:creationId xmlns:p14="http://schemas.microsoft.com/office/powerpoint/2010/main" val="403129802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pPr>
              <a:defRPr/>
            </a:pPr>
            <a:fld id="{63E4AC99-825C-4744-9A8D-57742C54C3C8}" type="slidenum">
              <a:rPr lang="en-US" smtClean="0"/>
              <a:pPr>
                <a:defRPr/>
              </a:pPr>
              <a:t>43</a:t>
            </a:fld>
            <a:endParaRPr lang="en-US"/>
          </a:p>
        </p:txBody>
      </p:sp>
      <p:pic>
        <p:nvPicPr>
          <p:cNvPr id="14338" name="Picture 5"/>
          <p:cNvPicPr>
            <a:picLocks noGrp="1" noChangeAspect="1" noChangeArrowheads="1"/>
          </p:cNvPicPr>
          <p:nvPr>
            <p:ph idx="4294967295"/>
          </p:nvPr>
        </p:nvPicPr>
        <p:blipFill>
          <a:blip r:embed="rId3">
            <a:lum bright="-24000" contrast="72000"/>
            <a:extLst>
              <a:ext uri="{28A0092B-C50C-407E-A947-70E740481C1C}">
                <a14:useLocalDpi xmlns:a14="http://schemas.microsoft.com/office/drawing/2010/main" val="0"/>
              </a:ext>
            </a:extLst>
          </a:blip>
          <a:srcRect/>
          <a:stretch>
            <a:fillRect/>
          </a:stretch>
        </p:blipFill>
        <p:spPr>
          <a:xfrm>
            <a:off x="0" y="1371600"/>
            <a:ext cx="9080500" cy="449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extLst>
      <p:ext uri="{BB962C8B-B14F-4D97-AF65-F5344CB8AC3E}">
        <p14:creationId xmlns:p14="http://schemas.microsoft.com/office/powerpoint/2010/main" val="3568084548"/>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38955" y="320675"/>
            <a:ext cx="10515600" cy="1325563"/>
          </a:xfrm>
        </p:spPr>
        <p:txBody>
          <a:bodyPr anchor="ctr">
            <a:normAutofit/>
          </a:bodyPr>
          <a:lstStyle/>
          <a:p>
            <a:r>
              <a:rPr lang="en-US" sz="3200" kern="1200" dirty="0">
                <a:solidFill>
                  <a:schemeClr val="tx1"/>
                </a:solidFill>
                <a:ea typeface="+mn-ea"/>
                <a:cs typeface="+mn-cs"/>
              </a:rPr>
              <a:t>Dynamic binding &amp; Message passing</a:t>
            </a:r>
            <a:r>
              <a:rPr lang="en-US" sz="4000" dirty="0">
                <a:solidFill>
                  <a:srgbClr val="993366"/>
                </a:solidFill>
                <a:latin typeface="Verdana" pitchFamily="34" charset="0"/>
                <a:cs typeface="Times New Roman" pitchFamily="18" charset="0"/>
              </a:rPr>
              <a:t> </a:t>
            </a:r>
            <a:br>
              <a:rPr lang="en-US" sz="4000" dirty="0">
                <a:solidFill>
                  <a:srgbClr val="993366"/>
                </a:solidFill>
                <a:latin typeface="Verdana" pitchFamily="34" charset="0"/>
              </a:rPr>
            </a:br>
            <a:endParaRPr lang="en-US" sz="4000" dirty="0"/>
          </a:p>
        </p:txBody>
      </p:sp>
      <p:sp>
        <p:nvSpPr>
          <p:cNvPr id="3" name="Content Placeholder 2"/>
          <p:cNvSpPr>
            <a:spLocks noGrp="1"/>
          </p:cNvSpPr>
          <p:nvPr>
            <p:ph idx="1"/>
          </p:nvPr>
        </p:nvSpPr>
        <p:spPr>
          <a:xfrm>
            <a:off x="335924" y="1643063"/>
            <a:ext cx="10515600" cy="5078412"/>
          </a:xfrm>
        </p:spPr>
        <p:txBody>
          <a:bodyPr>
            <a:normAutofit/>
          </a:bodyPr>
          <a:lstStyle/>
          <a:p>
            <a:r>
              <a:rPr lang="en-US" b="1" dirty="0"/>
              <a:t>Dynamic binding:</a:t>
            </a:r>
            <a:r>
              <a:rPr lang="en-US" dirty="0"/>
              <a:t> Code associated with a given procedure call is not known until the time of the call at run time. </a:t>
            </a:r>
          </a:p>
          <a:p>
            <a:pPr lvl="1"/>
            <a:r>
              <a:rPr lang="en-US" dirty="0"/>
              <a:t>It is associated with polymorphism and inheritance.  </a:t>
            </a:r>
          </a:p>
          <a:p>
            <a:pPr>
              <a:tabLst>
                <a:tab pos="457200" algn="l"/>
              </a:tabLst>
            </a:pPr>
            <a:endParaRPr lang="en-US" dirty="0">
              <a:cs typeface="Times New Roman" pitchFamily="18" charset="0"/>
            </a:endParaRPr>
          </a:p>
          <a:p>
            <a:pPr>
              <a:tabLst>
                <a:tab pos="457200" algn="l"/>
              </a:tabLst>
            </a:pPr>
            <a:r>
              <a:rPr lang="en-US" b="1" dirty="0">
                <a:cs typeface="Times New Roman" pitchFamily="18" charset="0"/>
              </a:rPr>
              <a:t>Message Passing</a:t>
            </a:r>
          </a:p>
          <a:p>
            <a:pPr lvl="1">
              <a:tabLst>
                <a:tab pos="457200" algn="l"/>
              </a:tabLst>
            </a:pPr>
            <a:r>
              <a:rPr lang="en-US" dirty="0">
                <a:cs typeface="Times New Roman" pitchFamily="18" charset="0"/>
              </a:rPr>
              <a:t>An object oriented program consists of a set of objects that communicate with each other. </a:t>
            </a:r>
          </a:p>
          <a:p>
            <a:pPr lvl="1">
              <a:tabLst>
                <a:tab pos="457200" algn="l"/>
              </a:tabLst>
            </a:pPr>
            <a:r>
              <a:rPr lang="en-US" dirty="0">
                <a:cs typeface="Times New Roman" pitchFamily="18" charset="0"/>
              </a:rPr>
              <a:t>The process of programming in an object oriented language, therefore, involves the following basic steps:</a:t>
            </a:r>
          </a:p>
          <a:p>
            <a:pPr marL="1371600" lvl="2" indent="-457200">
              <a:buFont typeface="+mj-lt"/>
              <a:buAutoNum type="arabicPeriod"/>
              <a:tabLst>
                <a:tab pos="457200" algn="l"/>
              </a:tabLst>
            </a:pPr>
            <a:r>
              <a:rPr lang="en-US" dirty="0">
                <a:cs typeface="Times New Roman" pitchFamily="18" charset="0"/>
              </a:rPr>
              <a:t>Creating classes that define objects and their behavior,</a:t>
            </a:r>
          </a:p>
          <a:p>
            <a:pPr marL="1371600" lvl="2" indent="-457200">
              <a:buFont typeface="+mj-lt"/>
              <a:buAutoNum type="arabicPeriod"/>
              <a:tabLst>
                <a:tab pos="457200" algn="l"/>
              </a:tabLst>
            </a:pPr>
            <a:r>
              <a:rPr lang="en-US" dirty="0">
                <a:cs typeface="Times New Roman" pitchFamily="18" charset="0"/>
              </a:rPr>
              <a:t>Creating objects from class definitions, and </a:t>
            </a:r>
          </a:p>
          <a:p>
            <a:pPr marL="1371600" lvl="2" indent="-457200">
              <a:buFont typeface="+mj-lt"/>
              <a:buAutoNum type="arabicPeriod"/>
              <a:tabLst>
                <a:tab pos="457200" algn="l"/>
              </a:tabLst>
            </a:pPr>
            <a:r>
              <a:rPr lang="en-US" dirty="0">
                <a:cs typeface="Times New Roman" pitchFamily="18" charset="0"/>
              </a:rPr>
              <a:t>Establishing communication among objects</a:t>
            </a:r>
            <a:endParaRPr lang="en-US" dirty="0"/>
          </a:p>
          <a:p>
            <a:endParaRPr lang="en-US" dirty="0"/>
          </a:p>
        </p:txBody>
      </p:sp>
      <p:sp>
        <p:nvSpPr>
          <p:cNvPr id="15364"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fld id="{6D96A406-40DF-4FD1-8909-980C16A418B4}" type="slidenum">
              <a:rPr lang="en-US" sz="1400"/>
              <a:pPr eaLnBrk="1" hangingPunct="1"/>
              <a:t>44</a:t>
            </a:fld>
            <a:endParaRPr lang="en-US" sz="1400"/>
          </a:p>
        </p:txBody>
      </p:sp>
      <p:sp>
        <p:nvSpPr>
          <p:cNvPr id="10" name="Rectangle 4"/>
          <p:cNvSpPr>
            <a:spLocks noChangeArrowheads="1"/>
          </p:cNvSpPr>
          <p:nvPr/>
        </p:nvSpPr>
        <p:spPr bwMode="auto">
          <a:xfrm>
            <a:off x="-4371975" y="4270375"/>
            <a:ext cx="18415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br>
              <a:rPr lang="en-US"/>
            </a:br>
            <a:endParaRPr lang="en-US"/>
          </a:p>
          <a:p>
            <a:pPr eaLnBrk="0" hangingPunct="0"/>
            <a:endParaRPr lang="en-US"/>
          </a:p>
        </p:txBody>
      </p:sp>
    </p:spTree>
    <p:extLst>
      <p:ext uri="{BB962C8B-B14F-4D97-AF65-F5344CB8AC3E}">
        <p14:creationId xmlns:p14="http://schemas.microsoft.com/office/powerpoint/2010/main" val="3581775957"/>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kern="1200" dirty="0">
                <a:solidFill>
                  <a:schemeClr val="tx1"/>
                </a:solidFill>
                <a:ea typeface="+mn-ea"/>
                <a:cs typeface="+mn-cs"/>
              </a:rPr>
              <a:t>Message Passing</a:t>
            </a:r>
          </a:p>
        </p:txBody>
      </p:sp>
      <p:sp>
        <p:nvSpPr>
          <p:cNvPr id="3" name="Content Placeholder 2"/>
          <p:cNvSpPr>
            <a:spLocks noGrp="1"/>
          </p:cNvSpPr>
          <p:nvPr>
            <p:ph idx="1"/>
          </p:nvPr>
        </p:nvSpPr>
        <p:spPr/>
        <p:txBody>
          <a:bodyPr>
            <a:normAutofit fontScale="92500" lnSpcReduction="10000"/>
          </a:bodyPr>
          <a:lstStyle/>
          <a:p>
            <a:r>
              <a:rPr lang="en-US" dirty="0"/>
              <a:t>Objects communicate with one another by sending and receiving information much the same way as people pass messages to one another. </a:t>
            </a:r>
          </a:p>
          <a:p>
            <a:endParaRPr lang="en-US" dirty="0"/>
          </a:p>
          <a:p>
            <a:r>
              <a:rPr lang="en-US" dirty="0"/>
              <a:t>A message for an object is a request for execution of a procedure, and therefore will invoke a function (procedure) in the receiving object that generates the desired result.</a:t>
            </a:r>
          </a:p>
          <a:p>
            <a:endParaRPr lang="en-US" dirty="0"/>
          </a:p>
          <a:p>
            <a:r>
              <a:rPr lang="en-US" dirty="0"/>
              <a:t>Message passing involves specifying the name of the object, the name of the function (message) and the information to be sent.</a:t>
            </a:r>
          </a:p>
          <a:p>
            <a:endParaRPr lang="en-US" dirty="0"/>
          </a:p>
          <a:p>
            <a:r>
              <a:rPr lang="en-US" dirty="0"/>
              <a:t>Ex:-  </a:t>
            </a:r>
            <a:r>
              <a:rPr lang="en-US" dirty="0" err="1"/>
              <a:t>employee.cal_salary</a:t>
            </a:r>
            <a:r>
              <a:rPr lang="en-US" dirty="0"/>
              <a:t>(name);</a:t>
            </a:r>
          </a:p>
          <a:p>
            <a:endParaRPr lang="en-US" dirty="0"/>
          </a:p>
        </p:txBody>
      </p:sp>
      <p:sp>
        <p:nvSpPr>
          <p:cNvPr id="16388"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fld id="{CD37BB64-BB01-4496-BDA0-569F3CAA0085}" type="slidenum">
              <a:rPr lang="en-US" sz="1400"/>
              <a:pPr eaLnBrk="1" hangingPunct="1"/>
              <a:t>45</a:t>
            </a:fld>
            <a:endParaRPr lang="en-US" sz="1400"/>
          </a:p>
        </p:txBody>
      </p:sp>
    </p:spTree>
    <p:extLst>
      <p:ext uri="{BB962C8B-B14F-4D97-AF65-F5344CB8AC3E}">
        <p14:creationId xmlns:p14="http://schemas.microsoft.com/office/powerpoint/2010/main" val="23848787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5600" y="92075"/>
            <a:ext cx="11112500" cy="1325563"/>
          </a:xfrm>
        </p:spPr>
        <p:txBody>
          <a:bodyPr anchor="t">
            <a:normAutofit/>
          </a:bodyPr>
          <a:lstStyle/>
          <a:p>
            <a:r>
              <a:rPr lang="en-US" sz="3200" kern="1200" dirty="0">
                <a:solidFill>
                  <a:schemeClr val="tx1"/>
                </a:solidFill>
                <a:ea typeface="+mn-ea"/>
                <a:cs typeface="+mn-cs"/>
              </a:rPr>
              <a:t>Benefits of Object Oriented Programming</a:t>
            </a:r>
          </a:p>
        </p:txBody>
      </p:sp>
      <p:sp>
        <p:nvSpPr>
          <p:cNvPr id="3" name="Content Placeholder 2"/>
          <p:cNvSpPr>
            <a:spLocks noGrp="1"/>
          </p:cNvSpPr>
          <p:nvPr>
            <p:ph idx="1"/>
          </p:nvPr>
        </p:nvSpPr>
        <p:spPr>
          <a:xfrm>
            <a:off x="355600" y="762000"/>
            <a:ext cx="11516360" cy="5959475"/>
          </a:xfrm>
        </p:spPr>
        <p:txBody>
          <a:bodyPr>
            <a:normAutofit fontScale="92500" lnSpcReduction="20000"/>
          </a:bodyPr>
          <a:lstStyle/>
          <a:p>
            <a:pPr algn="just"/>
            <a:endParaRPr lang="en-US" sz="2900" dirty="0">
              <a:solidFill>
                <a:srgbClr val="993366"/>
              </a:solidFill>
              <a:latin typeface="Verdana" pitchFamily="34" charset="0"/>
            </a:endParaRPr>
          </a:p>
          <a:p>
            <a:pPr algn="just">
              <a:buFontTx/>
              <a:buChar char="•"/>
            </a:pPr>
            <a:r>
              <a:rPr lang="en-US" sz="2900" dirty="0"/>
              <a:t>Through inheritance, we can eliminate redundant code and extend the use of existing classes.</a:t>
            </a:r>
          </a:p>
          <a:p>
            <a:pPr algn="just">
              <a:buFontTx/>
              <a:buChar char="•"/>
            </a:pPr>
            <a:endParaRPr lang="en-US" sz="2900" dirty="0"/>
          </a:p>
          <a:p>
            <a:pPr algn="just">
              <a:buFontTx/>
              <a:buChar char="•"/>
            </a:pPr>
            <a:r>
              <a:rPr lang="en-US" sz="2900" dirty="0"/>
              <a:t>The principle of data hiding helps the programmer to build secure programs that cannot be invaded by code in other parts of the program.</a:t>
            </a:r>
          </a:p>
          <a:p>
            <a:pPr algn="just"/>
            <a:endParaRPr lang="en-US" sz="2900" dirty="0"/>
          </a:p>
          <a:p>
            <a:pPr algn="just">
              <a:buFontTx/>
              <a:buChar char="•"/>
            </a:pPr>
            <a:r>
              <a:rPr lang="en-US" sz="2900" dirty="0"/>
              <a:t>It is possible to map objects in the problem domain to those in the program.</a:t>
            </a:r>
          </a:p>
          <a:p>
            <a:pPr algn="just">
              <a:buFontTx/>
              <a:buChar char="•"/>
            </a:pPr>
            <a:endParaRPr lang="en-US" sz="2900" dirty="0"/>
          </a:p>
          <a:p>
            <a:pPr algn="just">
              <a:buFontTx/>
              <a:buChar char="•"/>
            </a:pPr>
            <a:r>
              <a:rPr lang="en-US" sz="2900" dirty="0"/>
              <a:t>It is easy to partition the work in a project based on objects.</a:t>
            </a:r>
          </a:p>
          <a:p>
            <a:pPr algn="just"/>
            <a:endParaRPr lang="en-US" sz="2900" dirty="0"/>
          </a:p>
          <a:p>
            <a:pPr algn="just">
              <a:buFontTx/>
              <a:buChar char="•"/>
            </a:pPr>
            <a:r>
              <a:rPr lang="en-US" sz="2900" dirty="0"/>
              <a:t>Object oriented systems can be easily upgraded from small to large systems.</a:t>
            </a:r>
          </a:p>
          <a:p>
            <a:pPr algn="just"/>
            <a:endParaRPr lang="en-US" sz="2900" dirty="0"/>
          </a:p>
          <a:p>
            <a:pPr algn="just">
              <a:buFontTx/>
              <a:buChar char="•"/>
            </a:pPr>
            <a:r>
              <a:rPr lang="en-US" sz="2900" dirty="0"/>
              <a:t>Software complexity can be easily managed</a:t>
            </a:r>
          </a:p>
          <a:p>
            <a:pPr algn="just"/>
            <a:endParaRPr lang="en-US" dirty="0"/>
          </a:p>
        </p:txBody>
      </p:sp>
      <p:sp>
        <p:nvSpPr>
          <p:cNvPr id="28676"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fld id="{6A909C7C-1B9D-4CF2-B974-9015F02B1455}" type="slidenum">
              <a:rPr lang="en-US" sz="1400"/>
              <a:pPr eaLnBrk="1" hangingPunct="1"/>
              <a:t>46</a:t>
            </a:fld>
            <a:endParaRPr lang="en-US" sz="1400"/>
          </a:p>
        </p:txBody>
      </p:sp>
    </p:spTree>
    <p:extLst>
      <p:ext uri="{BB962C8B-B14F-4D97-AF65-F5344CB8AC3E}">
        <p14:creationId xmlns:p14="http://schemas.microsoft.com/office/powerpoint/2010/main" val="287633771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33600" y="0"/>
            <a:ext cx="8229600" cy="1143000"/>
          </a:xfrm>
        </p:spPr>
        <p:txBody>
          <a:bodyPr/>
          <a:lstStyle/>
          <a:p>
            <a:r>
              <a:rPr lang="en-US" dirty="0"/>
              <a:t>Applications written in C++</a:t>
            </a:r>
          </a:p>
        </p:txBody>
      </p:sp>
      <p:sp>
        <p:nvSpPr>
          <p:cNvPr id="3" name="Content Placeholder 2"/>
          <p:cNvSpPr>
            <a:spLocks noGrp="1"/>
          </p:cNvSpPr>
          <p:nvPr>
            <p:ph idx="1"/>
          </p:nvPr>
        </p:nvSpPr>
        <p:spPr>
          <a:xfrm>
            <a:off x="2209800" y="1484785"/>
            <a:ext cx="8458200" cy="4525963"/>
          </a:xfrm>
        </p:spPr>
        <p:txBody>
          <a:bodyPr>
            <a:normAutofit fontScale="92500" lnSpcReduction="20000"/>
          </a:bodyPr>
          <a:lstStyle/>
          <a:p>
            <a:r>
              <a:rPr lang="en-US" sz="2400" dirty="0"/>
              <a:t>Apple OS and iPod user interface</a:t>
            </a:r>
          </a:p>
          <a:p>
            <a:r>
              <a:rPr lang="en-US" sz="2400" dirty="0"/>
              <a:t>Google file system, Google chromium</a:t>
            </a:r>
          </a:p>
          <a:p>
            <a:r>
              <a:rPr lang="en-US" sz="2400" dirty="0"/>
              <a:t>Mozilla Firefox &amp; email client thunderbird</a:t>
            </a:r>
          </a:p>
          <a:p>
            <a:r>
              <a:rPr lang="en-US" sz="2400" dirty="0"/>
              <a:t>Symbian OS</a:t>
            </a:r>
          </a:p>
          <a:p>
            <a:r>
              <a:rPr lang="en-US" sz="2400" dirty="0"/>
              <a:t>Win 95, 98, XP, IE, Visual Studio, SQL</a:t>
            </a:r>
          </a:p>
          <a:p>
            <a:r>
              <a:rPr lang="en-US" sz="2400" dirty="0" err="1"/>
              <a:t>WinAmp</a:t>
            </a:r>
            <a:r>
              <a:rPr lang="en-US" sz="2400" dirty="0"/>
              <a:t> media Player</a:t>
            </a:r>
          </a:p>
          <a:p>
            <a:r>
              <a:rPr lang="en-US" sz="2400" dirty="0"/>
              <a:t>Adobe systems: Photoshop, Illustrator</a:t>
            </a:r>
          </a:p>
          <a:p>
            <a:r>
              <a:rPr lang="en-US" sz="2400" dirty="0"/>
              <a:t>Alias system: Maya </a:t>
            </a:r>
          </a:p>
          <a:p>
            <a:r>
              <a:rPr lang="en-US" sz="2400" dirty="0"/>
              <a:t>Amadeus: in excess of 5000 transactions per second, 200000 terminals connected, 24/7 operations. All Unix based-server apps completely in C++</a:t>
            </a:r>
          </a:p>
          <a:p>
            <a:endParaRPr lang="en-US" sz="2400" dirty="0"/>
          </a:p>
          <a:p>
            <a:pPr marL="0" indent="0" algn="ctr">
              <a:buNone/>
            </a:pPr>
            <a:r>
              <a:rPr lang="en-US" sz="2000" dirty="0">
                <a:hlinkClick r:id="rId2"/>
              </a:rPr>
              <a:t>http://www.stroustrup.com/applications.html</a:t>
            </a:r>
            <a:endParaRPr lang="en-US" sz="2000" dirty="0"/>
          </a:p>
          <a:p>
            <a:endParaRPr lang="en-US" dirty="0"/>
          </a:p>
        </p:txBody>
      </p:sp>
      <p:sp>
        <p:nvSpPr>
          <p:cNvPr id="4" name="Slide Number Placeholder 3"/>
          <p:cNvSpPr>
            <a:spLocks noGrp="1"/>
          </p:cNvSpPr>
          <p:nvPr>
            <p:ph type="sldNum" sz="quarter" idx="12"/>
          </p:nvPr>
        </p:nvSpPr>
        <p:spPr/>
        <p:txBody>
          <a:bodyPr/>
          <a:lstStyle/>
          <a:p>
            <a:pPr>
              <a:defRPr/>
            </a:pPr>
            <a:fld id="{A83CE3A2-4356-4C01-904A-2DD7CF4F17FA}" type="slidenum">
              <a:rPr lang="en-US" smtClean="0"/>
              <a:pPr>
                <a:defRPr/>
              </a:pPr>
              <a:t>47</a:t>
            </a:fld>
            <a:endParaRPr lang="en-US"/>
          </a:p>
        </p:txBody>
      </p:sp>
    </p:spTree>
    <p:extLst>
      <p:ext uri="{BB962C8B-B14F-4D97-AF65-F5344CB8AC3E}">
        <p14:creationId xmlns:p14="http://schemas.microsoft.com/office/powerpoint/2010/main" val="17851596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4"/>
          <p:cNvSpPr txBox="1">
            <a:spLocks noGrp="1" noChangeArrowheads="1"/>
          </p:cNvSpPr>
          <p:nvPr>
            <p:ph type="title"/>
          </p:nvPr>
        </p:nvSpPr>
        <p:spPr bwMode="auto">
          <a:xfrm>
            <a:off x="733768" y="298788"/>
            <a:ext cx="8274766" cy="590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r>
              <a:rPr lang="en-US" sz="3200" kern="1200" dirty="0">
                <a:latin typeface="+mj-lt"/>
                <a:ea typeface="+mn-ea"/>
                <a:cs typeface="+mn-cs"/>
              </a:rPr>
              <a:t>General form of a class declaration</a:t>
            </a:r>
          </a:p>
        </p:txBody>
      </p:sp>
      <p:sp>
        <p:nvSpPr>
          <p:cNvPr id="3" name="Content Placeholder 2"/>
          <p:cNvSpPr>
            <a:spLocks noGrp="1"/>
          </p:cNvSpPr>
          <p:nvPr>
            <p:ph idx="1"/>
          </p:nvPr>
        </p:nvSpPr>
        <p:spPr>
          <a:xfrm>
            <a:off x="330200" y="1066800"/>
            <a:ext cx="11214100" cy="5562600"/>
          </a:xfrm>
        </p:spPr>
        <p:txBody>
          <a:bodyPr>
            <a:normAutofit fontScale="77500" lnSpcReduction="20000"/>
          </a:bodyPr>
          <a:lstStyle/>
          <a:p>
            <a:pPr marL="0" indent="0">
              <a:lnSpc>
                <a:spcPct val="110000"/>
              </a:lnSpc>
              <a:buNone/>
            </a:pPr>
            <a:r>
              <a:rPr lang="en-US" dirty="0"/>
              <a:t>class </a:t>
            </a:r>
            <a:r>
              <a:rPr lang="en-US" dirty="0" err="1"/>
              <a:t>class_name</a:t>
            </a:r>
            <a:endParaRPr lang="en-US" dirty="0"/>
          </a:p>
          <a:p>
            <a:pPr marL="0" indent="0">
              <a:lnSpc>
                <a:spcPct val="110000"/>
              </a:lnSpc>
              <a:buNone/>
            </a:pPr>
            <a:r>
              <a:rPr lang="en-US" dirty="0"/>
              <a:t>{</a:t>
            </a:r>
          </a:p>
          <a:p>
            <a:pPr marL="0" indent="0">
              <a:lnSpc>
                <a:spcPct val="110000"/>
              </a:lnSpc>
              <a:buNone/>
            </a:pPr>
            <a:r>
              <a:rPr lang="en-US" dirty="0"/>
              <a:t>  private:</a:t>
            </a:r>
          </a:p>
          <a:p>
            <a:pPr marL="0" indent="0">
              <a:lnSpc>
                <a:spcPct val="110000"/>
              </a:lnSpc>
              <a:buNone/>
            </a:pPr>
            <a:r>
              <a:rPr lang="en-US" dirty="0"/>
              <a:t>    variable declarations;</a:t>
            </a:r>
          </a:p>
          <a:p>
            <a:pPr marL="0" indent="0">
              <a:lnSpc>
                <a:spcPct val="110000"/>
              </a:lnSpc>
              <a:buNone/>
            </a:pPr>
            <a:r>
              <a:rPr lang="en-US" dirty="0"/>
              <a:t>    function declarations;</a:t>
            </a:r>
          </a:p>
          <a:p>
            <a:pPr marL="0" indent="0">
              <a:lnSpc>
                <a:spcPct val="110000"/>
              </a:lnSpc>
              <a:buNone/>
            </a:pPr>
            <a:r>
              <a:rPr lang="en-US" dirty="0"/>
              <a:t>  public: </a:t>
            </a:r>
          </a:p>
          <a:p>
            <a:pPr marL="0" indent="0">
              <a:lnSpc>
                <a:spcPct val="110000"/>
              </a:lnSpc>
              <a:buNone/>
            </a:pPr>
            <a:r>
              <a:rPr lang="en-US" dirty="0"/>
              <a:t>    variable declarations;</a:t>
            </a:r>
          </a:p>
          <a:p>
            <a:pPr marL="0" indent="0">
              <a:lnSpc>
                <a:spcPct val="110000"/>
              </a:lnSpc>
              <a:buNone/>
            </a:pPr>
            <a:r>
              <a:rPr lang="en-US" dirty="0"/>
              <a:t>    function declarations;</a:t>
            </a:r>
          </a:p>
          <a:p>
            <a:pPr marL="0" indent="0">
              <a:lnSpc>
                <a:spcPct val="110000"/>
              </a:lnSpc>
              <a:buNone/>
            </a:pPr>
            <a:r>
              <a:rPr lang="en-US" dirty="0"/>
              <a:t>};</a:t>
            </a:r>
          </a:p>
          <a:p>
            <a:pPr marL="0" indent="0">
              <a:lnSpc>
                <a:spcPct val="110000"/>
              </a:lnSpc>
              <a:buNone/>
            </a:pPr>
            <a:endParaRPr lang="en-US" dirty="0"/>
          </a:p>
          <a:p>
            <a:pPr marL="0" indent="0">
              <a:lnSpc>
                <a:spcPct val="110000"/>
              </a:lnSpc>
              <a:buClr>
                <a:srgbClr val="993366"/>
              </a:buClr>
              <a:buNone/>
            </a:pPr>
            <a:r>
              <a:rPr lang="en-US" dirty="0"/>
              <a:t>The private class numbers can only be accessed from within the class.</a:t>
            </a:r>
          </a:p>
          <a:p>
            <a:pPr marL="0" indent="0">
              <a:lnSpc>
                <a:spcPct val="110000"/>
              </a:lnSpc>
              <a:buClr>
                <a:srgbClr val="993366"/>
              </a:buClr>
              <a:buNone/>
            </a:pPr>
            <a:r>
              <a:rPr lang="en-US" dirty="0"/>
              <a:t>The public class numbers can be accessed from outside the class also.</a:t>
            </a:r>
          </a:p>
          <a:p>
            <a:pPr marL="0" indent="0">
              <a:lnSpc>
                <a:spcPct val="110000"/>
              </a:lnSpc>
              <a:buClr>
                <a:srgbClr val="993366"/>
              </a:buClr>
              <a:buNone/>
            </a:pPr>
            <a:r>
              <a:rPr lang="en-US" dirty="0"/>
              <a:t>By default, the members of a class are private.</a:t>
            </a:r>
          </a:p>
          <a:p>
            <a:endParaRPr lang="en-US" dirty="0"/>
          </a:p>
        </p:txBody>
      </p:sp>
      <p:sp>
        <p:nvSpPr>
          <p:cNvPr id="1741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fld id="{52C0EBDB-2B76-4C1B-89FA-15B8290B37EA}" type="slidenum">
              <a:rPr lang="en-US" sz="1400"/>
              <a:pPr eaLnBrk="1" hangingPunct="1"/>
              <a:t>48</a:t>
            </a:fld>
            <a:endParaRPr lang="en-US" sz="1400"/>
          </a:p>
        </p:txBody>
      </p:sp>
    </p:spTree>
    <p:extLst>
      <p:ext uri="{BB962C8B-B14F-4D97-AF65-F5344CB8AC3E}">
        <p14:creationId xmlns:p14="http://schemas.microsoft.com/office/powerpoint/2010/main" val="174368513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7" name="Rectangle 2"/>
          <p:cNvSpPr>
            <a:spLocks noGrp="1" noChangeArrowheads="1"/>
          </p:cNvSpPr>
          <p:nvPr>
            <p:ph type="title"/>
          </p:nvPr>
        </p:nvSpPr>
        <p:spPr>
          <a:noFill/>
          <a:ln>
            <a:noFill/>
            <a:miter lim="800000"/>
            <a:headEnd/>
            <a:tailEnd/>
          </a:ln>
        </p:spPr>
        <p:txBody>
          <a:bodyPr/>
          <a:lstStyle/>
          <a:p>
            <a:pPr eaLnBrk="1" hangingPunct="1"/>
            <a:r>
              <a:rPr lang="en-US" sz="3200" kern="1200" dirty="0">
                <a:solidFill>
                  <a:schemeClr val="tx1"/>
                </a:solidFill>
                <a:ea typeface="+mn-ea"/>
                <a:cs typeface="+mn-cs"/>
              </a:rPr>
              <a:t>A simple class example</a:t>
            </a:r>
          </a:p>
        </p:txBody>
      </p:sp>
      <p:sp>
        <p:nvSpPr>
          <p:cNvPr id="2" name="Content Placeholder 1"/>
          <p:cNvSpPr>
            <a:spLocks noGrp="1"/>
          </p:cNvSpPr>
          <p:nvPr>
            <p:ph idx="1"/>
          </p:nvPr>
        </p:nvSpPr>
        <p:spPr/>
        <p:txBody>
          <a:bodyPr>
            <a:normAutofit fontScale="92500" lnSpcReduction="10000"/>
          </a:bodyPr>
          <a:lstStyle/>
          <a:p>
            <a:pPr>
              <a:lnSpc>
                <a:spcPct val="110000"/>
              </a:lnSpc>
              <a:buNone/>
            </a:pPr>
            <a:r>
              <a:rPr lang="en-US" dirty="0"/>
              <a:t>class item</a:t>
            </a:r>
          </a:p>
          <a:p>
            <a:pPr>
              <a:lnSpc>
                <a:spcPct val="110000"/>
              </a:lnSpc>
              <a:buNone/>
            </a:pPr>
            <a:r>
              <a:rPr lang="en-US" dirty="0"/>
              <a:t>{</a:t>
            </a:r>
          </a:p>
          <a:p>
            <a:pPr>
              <a:lnSpc>
                <a:spcPct val="110000"/>
              </a:lnSpc>
              <a:buNone/>
            </a:pPr>
            <a:r>
              <a:rPr lang="en-US" dirty="0"/>
              <a:t>     </a:t>
            </a:r>
            <a:r>
              <a:rPr lang="en-US" dirty="0" err="1"/>
              <a:t>int</a:t>
            </a:r>
            <a:r>
              <a:rPr lang="en-US" dirty="0"/>
              <a:t> number;</a:t>
            </a:r>
          </a:p>
          <a:p>
            <a:pPr>
              <a:lnSpc>
                <a:spcPct val="110000"/>
              </a:lnSpc>
              <a:buNone/>
            </a:pPr>
            <a:r>
              <a:rPr lang="en-US" dirty="0"/>
              <a:t>     float cost;</a:t>
            </a:r>
          </a:p>
          <a:p>
            <a:pPr>
              <a:lnSpc>
                <a:spcPct val="110000"/>
              </a:lnSpc>
              <a:buNone/>
            </a:pPr>
            <a:r>
              <a:rPr lang="en-US" dirty="0"/>
              <a:t>  public:</a:t>
            </a:r>
          </a:p>
          <a:p>
            <a:pPr>
              <a:lnSpc>
                <a:spcPct val="110000"/>
              </a:lnSpc>
              <a:buNone/>
            </a:pPr>
            <a:r>
              <a:rPr lang="en-US" dirty="0"/>
              <a:t>     void </a:t>
            </a:r>
            <a:r>
              <a:rPr lang="en-US" dirty="0" err="1"/>
              <a:t>getdata</a:t>
            </a:r>
            <a:r>
              <a:rPr lang="en-US" dirty="0"/>
              <a:t>(</a:t>
            </a:r>
            <a:r>
              <a:rPr lang="en-US" dirty="0" err="1"/>
              <a:t>int</a:t>
            </a:r>
            <a:r>
              <a:rPr lang="en-US" dirty="0"/>
              <a:t> a, float b);</a:t>
            </a:r>
          </a:p>
          <a:p>
            <a:pPr>
              <a:lnSpc>
                <a:spcPct val="110000"/>
              </a:lnSpc>
              <a:buNone/>
            </a:pPr>
            <a:r>
              <a:rPr lang="en-US" dirty="0"/>
              <a:t>     void </a:t>
            </a:r>
            <a:r>
              <a:rPr lang="en-US" dirty="0" err="1"/>
              <a:t>putdata</a:t>
            </a:r>
            <a:r>
              <a:rPr lang="en-US" dirty="0"/>
              <a:t>(void);</a:t>
            </a:r>
          </a:p>
          <a:p>
            <a:pPr>
              <a:lnSpc>
                <a:spcPct val="110000"/>
              </a:lnSpc>
              <a:buNone/>
            </a:pPr>
            <a:r>
              <a:rPr lang="en-US" dirty="0"/>
              <a:t>};</a:t>
            </a:r>
          </a:p>
          <a:p>
            <a:endParaRPr lang="en-US" dirty="0"/>
          </a:p>
        </p:txBody>
      </p:sp>
      <p:sp>
        <p:nvSpPr>
          <p:cNvPr id="1843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fld id="{766F8A83-E8F4-4691-9F77-8DDC5AD4D033}" type="slidenum">
              <a:rPr lang="en-US" sz="1400"/>
              <a:pPr eaLnBrk="1" hangingPunct="1"/>
              <a:t>49</a:t>
            </a:fld>
            <a:endParaRPr lang="en-US" sz="1400"/>
          </a:p>
        </p:txBody>
      </p:sp>
    </p:spTree>
    <p:extLst>
      <p:ext uri="{BB962C8B-B14F-4D97-AF65-F5344CB8AC3E}">
        <p14:creationId xmlns:p14="http://schemas.microsoft.com/office/powerpoint/2010/main" val="338286181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pPr eaLnBrk="1" hangingPunct="1"/>
            <a:r>
              <a:rPr lang="en-US" sz="3200" kern="1200" dirty="0">
                <a:solidFill>
                  <a:schemeClr val="tx1"/>
                </a:solidFill>
                <a:ea typeface="+mn-ea"/>
                <a:cs typeface="+mn-cs"/>
              </a:rPr>
              <a:t>Creating Objects</a:t>
            </a:r>
          </a:p>
        </p:txBody>
      </p:sp>
      <p:sp>
        <p:nvSpPr>
          <p:cNvPr id="3" name="Content Placeholder 2"/>
          <p:cNvSpPr>
            <a:spLocks noGrp="1"/>
          </p:cNvSpPr>
          <p:nvPr>
            <p:ph idx="1"/>
          </p:nvPr>
        </p:nvSpPr>
        <p:spPr/>
        <p:txBody>
          <a:bodyPr>
            <a:normAutofit fontScale="85000" lnSpcReduction="10000"/>
          </a:bodyPr>
          <a:lstStyle/>
          <a:p>
            <a:pPr>
              <a:lnSpc>
                <a:spcPct val="110000"/>
              </a:lnSpc>
            </a:pPr>
            <a:r>
              <a:rPr lang="en-US" dirty="0"/>
              <a:t>item </a:t>
            </a:r>
            <a:r>
              <a:rPr lang="en-US" dirty="0" err="1"/>
              <a:t>x,y,z</a:t>
            </a:r>
            <a:r>
              <a:rPr lang="en-US" dirty="0"/>
              <a:t>;</a:t>
            </a:r>
          </a:p>
          <a:p>
            <a:pPr>
              <a:lnSpc>
                <a:spcPct val="110000"/>
              </a:lnSpc>
            </a:pPr>
            <a:r>
              <a:rPr lang="en-US" dirty="0"/>
              <a:t>// </a:t>
            </a:r>
            <a:r>
              <a:rPr lang="en-US" dirty="0" err="1"/>
              <a:t>x,y</a:t>
            </a:r>
            <a:r>
              <a:rPr lang="en-US" dirty="0"/>
              <a:t> and z are objects of type item.</a:t>
            </a:r>
          </a:p>
          <a:p>
            <a:pPr>
              <a:lnSpc>
                <a:spcPct val="110000"/>
              </a:lnSpc>
            </a:pPr>
            <a:endParaRPr lang="en-US" dirty="0"/>
          </a:p>
          <a:p>
            <a:pPr>
              <a:lnSpc>
                <a:spcPct val="110000"/>
              </a:lnSpc>
              <a:buClr>
                <a:srgbClr val="993366"/>
              </a:buClr>
              <a:buFontTx/>
              <a:buChar char="•"/>
            </a:pPr>
            <a:r>
              <a:rPr lang="en-US" dirty="0"/>
              <a:t>The class specification provides only a template &amp; does not create any memory space for the objects.</a:t>
            </a:r>
          </a:p>
          <a:p>
            <a:pPr>
              <a:lnSpc>
                <a:spcPct val="110000"/>
              </a:lnSpc>
              <a:buClr>
                <a:srgbClr val="993366"/>
              </a:buClr>
              <a:buFontTx/>
              <a:buChar char="•"/>
            </a:pPr>
            <a:endParaRPr lang="en-US" dirty="0"/>
          </a:p>
          <a:p>
            <a:pPr>
              <a:lnSpc>
                <a:spcPct val="110000"/>
              </a:lnSpc>
              <a:buClr>
                <a:srgbClr val="993366"/>
              </a:buClr>
              <a:buFontTx/>
              <a:buChar char="•"/>
            </a:pPr>
            <a:r>
              <a:rPr lang="en-US" dirty="0"/>
              <a:t>The  declaration of an object is similar to that of a variable of any basic type.</a:t>
            </a:r>
          </a:p>
          <a:p>
            <a:pPr>
              <a:lnSpc>
                <a:spcPct val="110000"/>
              </a:lnSpc>
              <a:buClr>
                <a:srgbClr val="993366"/>
              </a:buClr>
              <a:buFontTx/>
              <a:buChar char="•"/>
            </a:pPr>
            <a:endParaRPr lang="en-US" dirty="0"/>
          </a:p>
          <a:p>
            <a:pPr>
              <a:lnSpc>
                <a:spcPct val="110000"/>
              </a:lnSpc>
              <a:buClr>
                <a:srgbClr val="993366"/>
              </a:buClr>
              <a:buFontTx/>
              <a:buChar char="•"/>
            </a:pPr>
            <a:r>
              <a:rPr lang="en-US" dirty="0"/>
              <a:t>The necessary memory space is allocated  to an object at this stage.</a:t>
            </a:r>
          </a:p>
          <a:p>
            <a:endParaRPr lang="en-US" dirty="0"/>
          </a:p>
        </p:txBody>
      </p:sp>
      <p:sp>
        <p:nvSpPr>
          <p:cNvPr id="1946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fld id="{05CED5D3-0E61-48D2-B777-583DDD60BACF}" type="slidenum">
              <a:rPr lang="en-US" sz="1400"/>
              <a:pPr eaLnBrk="1" hangingPunct="1"/>
              <a:t>50</a:t>
            </a:fld>
            <a:endParaRPr lang="en-US" sz="1400"/>
          </a:p>
        </p:txBody>
      </p:sp>
    </p:spTree>
    <p:extLst>
      <p:ext uri="{BB962C8B-B14F-4D97-AF65-F5344CB8AC3E}">
        <p14:creationId xmlns:p14="http://schemas.microsoft.com/office/powerpoint/2010/main" val="340785138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sz="3200" kern="1200" dirty="0">
                <a:solidFill>
                  <a:schemeClr val="tx1"/>
                </a:solidFill>
                <a:ea typeface="+mn-ea"/>
                <a:cs typeface="+mn-cs"/>
              </a:rPr>
              <a:t>Accessing Class Members</a:t>
            </a:r>
          </a:p>
        </p:txBody>
      </p:sp>
      <p:sp>
        <p:nvSpPr>
          <p:cNvPr id="3" name="Content Placeholder 2"/>
          <p:cNvSpPr>
            <a:spLocks noGrp="1"/>
          </p:cNvSpPr>
          <p:nvPr>
            <p:ph idx="1"/>
          </p:nvPr>
        </p:nvSpPr>
        <p:spPr>
          <a:xfrm>
            <a:off x="541867" y="1766887"/>
            <a:ext cx="10515600" cy="4919663"/>
          </a:xfrm>
        </p:spPr>
        <p:txBody>
          <a:bodyPr>
            <a:normAutofit fontScale="77500" lnSpcReduction="20000"/>
          </a:bodyPr>
          <a:lstStyle/>
          <a:p>
            <a:pPr>
              <a:lnSpc>
                <a:spcPct val="110000"/>
              </a:lnSpc>
            </a:pPr>
            <a:r>
              <a:rPr lang="en-US" dirty="0"/>
              <a:t>Format for calling a member function:</a:t>
            </a:r>
          </a:p>
          <a:p>
            <a:pPr marL="0" indent="0">
              <a:lnSpc>
                <a:spcPct val="110000"/>
              </a:lnSpc>
              <a:buNone/>
            </a:pPr>
            <a:r>
              <a:rPr lang="en-US" dirty="0"/>
              <a:t>	object-</a:t>
            </a:r>
            <a:r>
              <a:rPr lang="en-US" dirty="0" err="1"/>
              <a:t>name.function</a:t>
            </a:r>
            <a:r>
              <a:rPr lang="en-US" dirty="0"/>
              <a:t>-name(actual-arguments);</a:t>
            </a:r>
          </a:p>
          <a:p>
            <a:pPr marL="0" indent="0">
              <a:lnSpc>
                <a:spcPct val="110000"/>
              </a:lnSpc>
              <a:buNone/>
            </a:pPr>
            <a:r>
              <a:rPr lang="en-US" dirty="0"/>
              <a:t>	Ex:-    </a:t>
            </a:r>
            <a:r>
              <a:rPr lang="en-US" dirty="0" err="1"/>
              <a:t>x.getdata</a:t>
            </a:r>
            <a:r>
              <a:rPr lang="en-US" dirty="0"/>
              <a:t>(100,75.5);</a:t>
            </a:r>
          </a:p>
          <a:p>
            <a:pPr>
              <a:lnSpc>
                <a:spcPct val="110000"/>
              </a:lnSpc>
            </a:pPr>
            <a:endParaRPr lang="en-US" dirty="0"/>
          </a:p>
          <a:p>
            <a:pPr>
              <a:lnSpc>
                <a:spcPct val="110000"/>
              </a:lnSpc>
            </a:pPr>
            <a:r>
              <a:rPr lang="en-US" dirty="0"/>
              <a:t>This statements assigns 100 to number and 75.5 to cost of the object x.</a:t>
            </a:r>
          </a:p>
          <a:p>
            <a:pPr>
              <a:lnSpc>
                <a:spcPct val="110000"/>
              </a:lnSpc>
            </a:pPr>
            <a:endParaRPr lang="en-US" dirty="0"/>
          </a:p>
          <a:p>
            <a:pPr>
              <a:lnSpc>
                <a:spcPct val="110000"/>
              </a:lnSpc>
            </a:pPr>
            <a:r>
              <a:rPr lang="en-US" dirty="0"/>
              <a:t>A member function can be invoked only by using an object.</a:t>
            </a:r>
          </a:p>
          <a:p>
            <a:pPr marL="0" indent="0">
              <a:lnSpc>
                <a:spcPct val="110000"/>
              </a:lnSpc>
              <a:buNone/>
            </a:pPr>
            <a:r>
              <a:rPr lang="en-US" dirty="0"/>
              <a:t>		</a:t>
            </a:r>
            <a:r>
              <a:rPr lang="en-US" dirty="0" err="1"/>
              <a:t>getdata</a:t>
            </a:r>
            <a:r>
              <a:rPr lang="en-US" dirty="0"/>
              <a:t>(100,75.5); //illegal</a:t>
            </a:r>
          </a:p>
          <a:p>
            <a:pPr>
              <a:lnSpc>
                <a:spcPct val="110000"/>
              </a:lnSpc>
            </a:pPr>
            <a:endParaRPr lang="en-US" dirty="0"/>
          </a:p>
          <a:p>
            <a:pPr>
              <a:lnSpc>
                <a:spcPct val="110000"/>
              </a:lnSpc>
            </a:pPr>
            <a:r>
              <a:rPr lang="en-US" dirty="0"/>
              <a:t>number (declared private) can be accessed only through a member function.</a:t>
            </a:r>
          </a:p>
          <a:p>
            <a:pPr>
              <a:lnSpc>
                <a:spcPct val="110000"/>
              </a:lnSpc>
            </a:pPr>
            <a:r>
              <a:rPr lang="en-US" dirty="0"/>
              <a:t>x. number=100;  // illegal</a:t>
            </a:r>
          </a:p>
          <a:p>
            <a:pPr>
              <a:lnSpc>
                <a:spcPct val="110000"/>
              </a:lnSpc>
            </a:pPr>
            <a:endParaRPr lang="en-US" sz="2400" dirty="0"/>
          </a:p>
          <a:p>
            <a:endParaRPr lang="en-US" dirty="0"/>
          </a:p>
        </p:txBody>
      </p:sp>
      <p:sp>
        <p:nvSpPr>
          <p:cNvPr id="2048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fld id="{5D819B02-39B3-4F86-94E3-5AAEBCA1E594}" type="slidenum">
              <a:rPr lang="en-US" sz="1400"/>
              <a:pPr eaLnBrk="1" hangingPunct="1"/>
              <a:t>51</a:t>
            </a:fld>
            <a:endParaRPr lang="en-US" sz="1400"/>
          </a:p>
        </p:txBody>
      </p:sp>
    </p:spTree>
    <p:extLst>
      <p:ext uri="{BB962C8B-B14F-4D97-AF65-F5344CB8AC3E}">
        <p14:creationId xmlns:p14="http://schemas.microsoft.com/office/powerpoint/2010/main" val="249122888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sz="3200" kern="1200" dirty="0">
                <a:solidFill>
                  <a:schemeClr val="tx1"/>
                </a:solidFill>
                <a:ea typeface="+mn-ea"/>
                <a:cs typeface="+mn-cs"/>
              </a:rPr>
              <a:t>Defining Member functions</a:t>
            </a:r>
          </a:p>
        </p:txBody>
      </p:sp>
      <p:sp>
        <p:nvSpPr>
          <p:cNvPr id="3" name="Content Placeholder 2"/>
          <p:cNvSpPr>
            <a:spLocks noGrp="1"/>
          </p:cNvSpPr>
          <p:nvPr>
            <p:ph idx="1"/>
          </p:nvPr>
        </p:nvSpPr>
        <p:spPr>
          <a:xfrm>
            <a:off x="812800" y="1449387"/>
            <a:ext cx="10515600" cy="5008563"/>
          </a:xfrm>
        </p:spPr>
        <p:txBody>
          <a:bodyPr>
            <a:normAutofit fontScale="85000" lnSpcReduction="20000"/>
          </a:bodyPr>
          <a:lstStyle/>
          <a:p>
            <a:pPr>
              <a:lnSpc>
                <a:spcPct val="110000"/>
              </a:lnSpc>
            </a:pPr>
            <a:r>
              <a:rPr lang="en-US" sz="3800" i="1" dirty="0"/>
              <a:t>Outside the class definition</a:t>
            </a:r>
          </a:p>
          <a:p>
            <a:pPr>
              <a:lnSpc>
                <a:spcPct val="110000"/>
              </a:lnSpc>
            </a:pPr>
            <a:endParaRPr lang="en-US" dirty="0">
              <a:solidFill>
                <a:srgbClr val="993366"/>
              </a:solidFill>
            </a:endParaRPr>
          </a:p>
          <a:p>
            <a:pPr>
              <a:lnSpc>
                <a:spcPct val="110000"/>
              </a:lnSpc>
            </a:pPr>
            <a:r>
              <a:rPr lang="en-US" dirty="0"/>
              <a:t>The general form -</a:t>
            </a:r>
          </a:p>
          <a:p>
            <a:pPr marL="914400" lvl="2" indent="0">
              <a:lnSpc>
                <a:spcPct val="110000"/>
              </a:lnSpc>
              <a:buNone/>
            </a:pPr>
            <a:r>
              <a:rPr lang="en-US" b="1" dirty="0"/>
              <a:t>return-type class-name:: function-name (argument declaration)</a:t>
            </a:r>
          </a:p>
          <a:p>
            <a:pPr marL="914400" lvl="2" indent="0">
              <a:lnSpc>
                <a:spcPct val="110000"/>
              </a:lnSpc>
              <a:buNone/>
            </a:pPr>
            <a:r>
              <a:rPr lang="en-US" b="1" dirty="0"/>
              <a:t> {</a:t>
            </a:r>
          </a:p>
          <a:p>
            <a:pPr marL="914400" lvl="2" indent="0">
              <a:lnSpc>
                <a:spcPct val="110000"/>
              </a:lnSpc>
              <a:buNone/>
            </a:pPr>
            <a:r>
              <a:rPr lang="en-US" b="1" dirty="0"/>
              <a:t>     Function body</a:t>
            </a:r>
          </a:p>
          <a:p>
            <a:pPr marL="914400" lvl="2" indent="0">
              <a:lnSpc>
                <a:spcPct val="110000"/>
              </a:lnSpc>
              <a:buNone/>
            </a:pPr>
            <a:r>
              <a:rPr lang="en-US" b="1" dirty="0"/>
              <a:t> }</a:t>
            </a:r>
          </a:p>
          <a:p>
            <a:pPr>
              <a:lnSpc>
                <a:spcPct val="110000"/>
              </a:lnSpc>
            </a:pPr>
            <a:r>
              <a:rPr lang="en-US" dirty="0"/>
              <a:t>The membership label class name </a:t>
            </a:r>
            <a:r>
              <a:rPr lang="en-US" b="1" dirty="0"/>
              <a:t>::</a:t>
            </a:r>
            <a:r>
              <a:rPr lang="en-US" dirty="0"/>
              <a:t> tells the compiler that the function function-name belongs to the class class-name.</a:t>
            </a:r>
          </a:p>
          <a:p>
            <a:pPr>
              <a:lnSpc>
                <a:spcPct val="110000"/>
              </a:lnSpc>
            </a:pPr>
            <a:r>
              <a:rPr lang="en-US" dirty="0"/>
              <a:t>The symbol </a:t>
            </a:r>
            <a:r>
              <a:rPr lang="en-US" b="1" dirty="0"/>
              <a:t>::</a:t>
            </a:r>
            <a:r>
              <a:rPr lang="en-US" dirty="0"/>
              <a:t> is called the scope resolution operator.</a:t>
            </a:r>
          </a:p>
          <a:p>
            <a:pPr>
              <a:lnSpc>
                <a:spcPct val="110000"/>
              </a:lnSpc>
            </a:pPr>
            <a:endParaRPr lang="en-US" dirty="0"/>
          </a:p>
          <a:p>
            <a:pPr>
              <a:lnSpc>
                <a:spcPct val="110000"/>
              </a:lnSpc>
            </a:pPr>
            <a:r>
              <a:rPr lang="en-US" dirty="0"/>
              <a:t>Member functions can also be defined </a:t>
            </a:r>
            <a:r>
              <a:rPr lang="en-US" dirty="0">
                <a:solidFill>
                  <a:srgbClr val="993366"/>
                </a:solidFill>
              </a:rPr>
              <a:t>inside the class definition</a:t>
            </a:r>
            <a:endParaRPr lang="en-US" dirty="0"/>
          </a:p>
        </p:txBody>
      </p:sp>
      <p:sp>
        <p:nvSpPr>
          <p:cNvPr id="2150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fld id="{DB730C99-6AC3-498D-9FFD-C9D9CB119EE8}" type="slidenum">
              <a:rPr lang="en-US" sz="1400"/>
              <a:pPr eaLnBrk="1" hangingPunct="1"/>
              <a:t>52</a:t>
            </a:fld>
            <a:endParaRPr lang="en-US" sz="1400"/>
          </a:p>
        </p:txBody>
      </p:sp>
    </p:spTree>
    <p:extLst>
      <p:ext uri="{BB962C8B-B14F-4D97-AF65-F5344CB8AC3E}">
        <p14:creationId xmlns:p14="http://schemas.microsoft.com/office/powerpoint/2010/main" val="279866974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fld id="{80308897-315F-46E7-9CDF-2F4554198F92}" type="slidenum">
              <a:rPr lang="en-US" sz="1400"/>
              <a:pPr eaLnBrk="1" hangingPunct="1"/>
              <a:t>53</a:t>
            </a:fld>
            <a:endParaRPr lang="en-US" sz="1400"/>
          </a:p>
        </p:txBody>
      </p:sp>
      <p:sp>
        <p:nvSpPr>
          <p:cNvPr id="22533" name="Rectangle 2"/>
          <p:cNvSpPr>
            <a:spLocks noChangeArrowheads="1"/>
          </p:cNvSpPr>
          <p:nvPr/>
        </p:nvSpPr>
        <p:spPr bwMode="auto">
          <a:xfrm>
            <a:off x="1752600" y="228600"/>
            <a:ext cx="7467600" cy="5913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solidFill>
                  <a:srgbClr val="993366"/>
                </a:solidFill>
                <a:latin typeface="Verdana" pitchFamily="34" charset="0"/>
              </a:rPr>
              <a:t>A C++ program with a class</a:t>
            </a:r>
          </a:p>
          <a:p>
            <a:endParaRPr lang="en-US">
              <a:solidFill>
                <a:srgbClr val="993366"/>
              </a:solidFill>
              <a:latin typeface="Verdana" pitchFamily="34" charset="0"/>
            </a:endParaRPr>
          </a:p>
          <a:p>
            <a:r>
              <a:rPr lang="en-US" sz="2000" b="1"/>
              <a:t>class student</a:t>
            </a:r>
          </a:p>
          <a:p>
            <a:r>
              <a:rPr lang="en-US" sz="2000" b="1"/>
              <a:t>{</a:t>
            </a:r>
          </a:p>
          <a:p>
            <a:r>
              <a:rPr lang="en-US" sz="2000" b="1"/>
              <a:t>    char name[30];</a:t>
            </a:r>
          </a:p>
          <a:p>
            <a:r>
              <a:rPr lang="en-US" sz="2000" b="1"/>
              <a:t>    int rollno;</a:t>
            </a:r>
          </a:p>
          <a:p>
            <a:r>
              <a:rPr lang="en-US" sz="2000" b="1"/>
              <a:t>  public:</a:t>
            </a:r>
          </a:p>
          <a:p>
            <a:r>
              <a:rPr lang="en-US" sz="2000" b="1"/>
              <a:t>    void getdata(char a[ ],int n)</a:t>
            </a:r>
          </a:p>
          <a:p>
            <a:r>
              <a:rPr lang="en-US" sz="2000" b="1"/>
              <a:t>    {</a:t>
            </a:r>
          </a:p>
          <a:p>
            <a:r>
              <a:rPr lang="en-US" sz="2000" b="1"/>
              <a:t>        strcpy(name,a);</a:t>
            </a:r>
          </a:p>
          <a:p>
            <a:r>
              <a:rPr lang="en-US" sz="2000" b="1"/>
              <a:t>        rollno=n;</a:t>
            </a:r>
          </a:p>
          <a:p>
            <a:r>
              <a:rPr lang="en-US" sz="2000" b="1"/>
              <a:t>    }</a:t>
            </a:r>
          </a:p>
          <a:p>
            <a:r>
              <a:rPr lang="en-US" sz="2000" b="1"/>
              <a:t>    void putdata( );</a:t>
            </a:r>
          </a:p>
          <a:p>
            <a:r>
              <a:rPr lang="en-US" sz="2000" b="1"/>
              <a:t>};</a:t>
            </a:r>
          </a:p>
          <a:p>
            <a:r>
              <a:rPr lang="en-US" sz="2000" b="1"/>
              <a:t>void student::putdata( )</a:t>
            </a:r>
          </a:p>
          <a:p>
            <a:r>
              <a:rPr lang="en-US" sz="2000" b="1"/>
              <a:t>{</a:t>
            </a:r>
          </a:p>
          <a:p>
            <a:r>
              <a:rPr lang="en-US" sz="2000" b="1"/>
              <a:t>    cout&lt;&lt;“Name:”&lt;&lt;name;</a:t>
            </a:r>
          </a:p>
          <a:p>
            <a:r>
              <a:rPr lang="en-US" sz="2000" b="1"/>
              <a:t>    cout&lt;&lt;“Roll No:”&lt;&lt;rollno;</a:t>
            </a:r>
          </a:p>
          <a:p>
            <a:r>
              <a:rPr lang="en-US" sz="2000" b="1"/>
              <a:t>}</a:t>
            </a:r>
          </a:p>
        </p:txBody>
      </p:sp>
    </p:spTree>
    <p:extLst>
      <p:ext uri="{BB962C8B-B14F-4D97-AF65-F5344CB8AC3E}">
        <p14:creationId xmlns:p14="http://schemas.microsoft.com/office/powerpoint/2010/main" val="233555562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993366"/>
                </a:solidFill>
              </a:rPr>
              <a:t>Program continued………..</a:t>
            </a:r>
            <a:br>
              <a:rPr lang="en-US" dirty="0">
                <a:solidFill>
                  <a:srgbClr val="993366"/>
                </a:solidFill>
              </a:rPr>
            </a:br>
            <a:endParaRPr lang="en-US" dirty="0"/>
          </a:p>
        </p:txBody>
      </p:sp>
      <p:sp>
        <p:nvSpPr>
          <p:cNvPr id="3" name="Content Placeholder 2"/>
          <p:cNvSpPr>
            <a:spLocks noGrp="1"/>
          </p:cNvSpPr>
          <p:nvPr>
            <p:ph idx="1"/>
          </p:nvPr>
        </p:nvSpPr>
        <p:spPr>
          <a:xfrm>
            <a:off x="838200" y="1254187"/>
            <a:ext cx="10515600" cy="4922776"/>
          </a:xfrm>
        </p:spPr>
        <p:txBody>
          <a:bodyPr>
            <a:normAutofit fontScale="62500" lnSpcReduction="20000"/>
          </a:bodyPr>
          <a:lstStyle/>
          <a:p>
            <a:endParaRPr lang="en-US" dirty="0">
              <a:solidFill>
                <a:srgbClr val="993366"/>
              </a:solidFill>
            </a:endParaRPr>
          </a:p>
          <a:p>
            <a:pPr marL="0" indent="0">
              <a:buNone/>
            </a:pPr>
            <a:r>
              <a:rPr lang="en-US" sz="3600" b="1" dirty="0"/>
              <a:t>void main( )</a:t>
            </a:r>
          </a:p>
          <a:p>
            <a:pPr marL="0" indent="0">
              <a:buNone/>
            </a:pPr>
            <a:r>
              <a:rPr lang="en-US" sz="3600" b="1" dirty="0"/>
              <a:t>{</a:t>
            </a:r>
          </a:p>
          <a:p>
            <a:pPr marL="0" indent="0">
              <a:buNone/>
            </a:pPr>
            <a:r>
              <a:rPr lang="en-US" sz="3600" b="1" dirty="0"/>
              <a:t>    student s1;</a:t>
            </a:r>
          </a:p>
          <a:p>
            <a:pPr marL="0" indent="0">
              <a:buNone/>
            </a:pPr>
            <a:r>
              <a:rPr lang="en-US" sz="3600" b="1" dirty="0"/>
              <a:t>    char name1[20];</a:t>
            </a:r>
          </a:p>
          <a:p>
            <a:pPr marL="0" indent="0">
              <a:buNone/>
            </a:pPr>
            <a:r>
              <a:rPr lang="en-US" sz="3600" b="1" dirty="0"/>
              <a:t>    </a:t>
            </a:r>
            <a:r>
              <a:rPr lang="en-US" sz="3600" b="1" dirty="0" err="1"/>
              <a:t>int</a:t>
            </a:r>
            <a:r>
              <a:rPr lang="en-US" sz="3600" b="1" dirty="0"/>
              <a:t> roll1;</a:t>
            </a:r>
          </a:p>
          <a:p>
            <a:pPr marL="0" indent="0">
              <a:buNone/>
            </a:pPr>
            <a:r>
              <a:rPr lang="en-US" sz="3600" b="1" dirty="0"/>
              <a:t>    </a:t>
            </a:r>
            <a:r>
              <a:rPr lang="en-US" sz="3600" b="1" dirty="0" err="1"/>
              <a:t>cout</a:t>
            </a:r>
            <a:r>
              <a:rPr lang="en-US" sz="3600" b="1" dirty="0"/>
              <a:t>&lt;&lt;“Enter name”&lt;&lt;</a:t>
            </a:r>
            <a:r>
              <a:rPr lang="en-US" sz="3600" b="1" dirty="0" err="1"/>
              <a:t>endl</a:t>
            </a:r>
            <a:r>
              <a:rPr lang="en-US" sz="3600" b="1" dirty="0"/>
              <a:t>;</a:t>
            </a:r>
          </a:p>
          <a:p>
            <a:pPr marL="0" indent="0">
              <a:buNone/>
            </a:pPr>
            <a:r>
              <a:rPr lang="en-US" sz="3600" b="1" dirty="0"/>
              <a:t>    </a:t>
            </a:r>
            <a:r>
              <a:rPr lang="en-US" sz="3600" b="1" dirty="0" err="1"/>
              <a:t>cin</a:t>
            </a:r>
            <a:r>
              <a:rPr lang="en-US" sz="3600" b="1" dirty="0"/>
              <a:t>&gt;&gt;name1;</a:t>
            </a:r>
          </a:p>
          <a:p>
            <a:pPr marL="0" indent="0">
              <a:buNone/>
            </a:pPr>
            <a:r>
              <a:rPr lang="en-US" sz="3600" b="1" dirty="0"/>
              <a:t>    </a:t>
            </a:r>
            <a:r>
              <a:rPr lang="en-US" sz="3600" b="1" dirty="0" err="1"/>
              <a:t>cout</a:t>
            </a:r>
            <a:r>
              <a:rPr lang="en-US" sz="3600" b="1" dirty="0"/>
              <a:t>&lt;&lt;“Enter roll no”&lt;&lt;</a:t>
            </a:r>
            <a:r>
              <a:rPr lang="en-US" sz="3600" b="1" dirty="0" err="1"/>
              <a:t>endl</a:t>
            </a:r>
            <a:r>
              <a:rPr lang="en-US" sz="3600" b="1" dirty="0"/>
              <a:t>;</a:t>
            </a:r>
          </a:p>
          <a:p>
            <a:pPr marL="0" indent="0">
              <a:buNone/>
            </a:pPr>
            <a:r>
              <a:rPr lang="en-US" sz="3600" b="1" dirty="0"/>
              <a:t>    </a:t>
            </a:r>
            <a:r>
              <a:rPr lang="en-US" sz="3600" b="1" dirty="0" err="1"/>
              <a:t>cin</a:t>
            </a:r>
            <a:r>
              <a:rPr lang="en-US" sz="3600" b="1" dirty="0"/>
              <a:t>&gt;&gt;roll1;</a:t>
            </a:r>
          </a:p>
          <a:p>
            <a:pPr marL="0" indent="0">
              <a:buNone/>
            </a:pPr>
            <a:r>
              <a:rPr lang="en-US" sz="3600" b="1" dirty="0"/>
              <a:t>    s1.getdata(name1,roll1);</a:t>
            </a:r>
          </a:p>
          <a:p>
            <a:pPr marL="0" indent="0">
              <a:buNone/>
            </a:pPr>
            <a:r>
              <a:rPr lang="en-US" sz="3600" b="1" dirty="0"/>
              <a:t>    s1.putdata( );</a:t>
            </a:r>
          </a:p>
          <a:p>
            <a:pPr marL="0" indent="0">
              <a:buNone/>
            </a:pPr>
            <a:r>
              <a:rPr lang="en-US" sz="3600" b="1" dirty="0"/>
              <a:t>}</a:t>
            </a:r>
          </a:p>
          <a:p>
            <a:endParaRPr lang="en-US" dirty="0"/>
          </a:p>
        </p:txBody>
      </p:sp>
      <p:sp>
        <p:nvSpPr>
          <p:cNvPr id="23556"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fld id="{80B3AD49-EEA2-4629-833C-1688F7398469}" type="slidenum">
              <a:rPr lang="en-US" sz="1400"/>
              <a:pPr eaLnBrk="1" hangingPunct="1"/>
              <a:t>54</a:t>
            </a:fld>
            <a:endParaRPr lang="en-US" sz="1400"/>
          </a:p>
        </p:txBody>
      </p:sp>
    </p:spTree>
    <p:extLst>
      <p:ext uri="{BB962C8B-B14F-4D97-AF65-F5344CB8AC3E}">
        <p14:creationId xmlns:p14="http://schemas.microsoft.com/office/powerpoint/2010/main" val="418412393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solidFill>
                  <a:srgbClr val="993366"/>
                </a:solidFill>
                <a:latin typeface="Verdana" pitchFamily="34" charset="0"/>
              </a:rPr>
              <a:t>Nesting of Member functions</a:t>
            </a:r>
            <a:br>
              <a:rPr lang="en-US" dirty="0">
                <a:solidFill>
                  <a:srgbClr val="993366"/>
                </a:solidFill>
                <a:latin typeface="Verdana" pitchFamily="34" charset="0"/>
              </a:rPr>
            </a:br>
            <a:endParaRPr lang="en-US" dirty="0"/>
          </a:p>
        </p:txBody>
      </p:sp>
      <p:sp>
        <p:nvSpPr>
          <p:cNvPr id="24581" name="Text Box 4"/>
          <p:cNvSpPr>
            <a:spLocks noGrp="1" noChangeArrowheads="1"/>
          </p:cNvSpPr>
          <p:nvPr>
            <p:ph idx="1"/>
          </p:nvPr>
        </p:nvSpPr>
        <p:spPr>
          <a:xfrm>
            <a:off x="838200" y="1155700"/>
            <a:ext cx="10515600" cy="5021263"/>
          </a:xfrm>
        </p:spPr>
        <p:txBody>
          <a:bodyPr/>
          <a:lstStyle/>
          <a:p>
            <a:pPr marL="0" indent="0">
              <a:spcBef>
                <a:spcPct val="0"/>
              </a:spcBef>
              <a:buNone/>
            </a:pPr>
            <a:r>
              <a:rPr lang="en-US" sz="1800" b="1" dirty="0"/>
              <a:t>A member function can call another member function directly, without using the dot operator.</a:t>
            </a:r>
          </a:p>
          <a:p>
            <a:pPr marL="0" indent="0">
              <a:spcBef>
                <a:spcPct val="0"/>
              </a:spcBef>
              <a:buNone/>
            </a:pPr>
            <a:endParaRPr lang="en-US" sz="1800" b="1" dirty="0"/>
          </a:p>
          <a:p>
            <a:pPr marL="0" indent="0">
              <a:spcBef>
                <a:spcPct val="0"/>
              </a:spcBef>
              <a:buNone/>
            </a:pPr>
            <a:r>
              <a:rPr lang="en-US" sz="1800" b="1" dirty="0"/>
              <a:t>class set </a:t>
            </a:r>
          </a:p>
          <a:p>
            <a:pPr marL="0" indent="0">
              <a:spcBef>
                <a:spcPct val="0"/>
              </a:spcBef>
              <a:buNone/>
            </a:pPr>
            <a:r>
              <a:rPr lang="en-US" sz="1800" b="1" dirty="0"/>
              <a:t>{</a:t>
            </a:r>
          </a:p>
          <a:p>
            <a:pPr marL="0" indent="0">
              <a:spcBef>
                <a:spcPct val="0"/>
              </a:spcBef>
              <a:buNone/>
            </a:pPr>
            <a:r>
              <a:rPr lang="en-US" sz="1800" b="1" dirty="0"/>
              <a:t>    </a:t>
            </a:r>
            <a:r>
              <a:rPr lang="en-US" sz="1800" b="1" dirty="0" err="1"/>
              <a:t>int</a:t>
            </a:r>
            <a:r>
              <a:rPr lang="en-US" sz="1800" b="1" dirty="0"/>
              <a:t> m, n;</a:t>
            </a:r>
          </a:p>
          <a:p>
            <a:pPr marL="0" indent="0">
              <a:spcBef>
                <a:spcPct val="0"/>
              </a:spcBef>
              <a:buNone/>
            </a:pPr>
            <a:r>
              <a:rPr lang="en-US" sz="1800" b="1" dirty="0"/>
              <a:t>  public:</a:t>
            </a:r>
          </a:p>
          <a:p>
            <a:pPr marL="0" indent="0">
              <a:spcBef>
                <a:spcPct val="0"/>
              </a:spcBef>
              <a:buNone/>
            </a:pPr>
            <a:r>
              <a:rPr lang="en-US" sz="1800" b="1" dirty="0"/>
              <a:t>    void input( );</a:t>
            </a:r>
          </a:p>
          <a:p>
            <a:pPr marL="0" indent="0">
              <a:spcBef>
                <a:spcPct val="0"/>
              </a:spcBef>
              <a:buNone/>
            </a:pPr>
            <a:r>
              <a:rPr lang="en-US" sz="1800" b="1" dirty="0"/>
              <a:t>    void display( );</a:t>
            </a:r>
          </a:p>
          <a:p>
            <a:pPr marL="0" indent="0">
              <a:spcBef>
                <a:spcPct val="0"/>
              </a:spcBef>
              <a:buNone/>
            </a:pPr>
            <a:r>
              <a:rPr lang="en-US" sz="1800" b="1" dirty="0"/>
              <a:t>    </a:t>
            </a:r>
            <a:r>
              <a:rPr lang="en-US" sz="1800" b="1" dirty="0" err="1"/>
              <a:t>int</a:t>
            </a:r>
            <a:r>
              <a:rPr lang="en-US" sz="1800" b="1" dirty="0"/>
              <a:t> largest( );</a:t>
            </a:r>
          </a:p>
          <a:p>
            <a:pPr marL="0" indent="0">
              <a:spcBef>
                <a:spcPct val="0"/>
              </a:spcBef>
              <a:buNone/>
            </a:pPr>
            <a:r>
              <a:rPr lang="en-US" sz="1800" b="1" dirty="0"/>
              <a:t>};</a:t>
            </a:r>
          </a:p>
          <a:p>
            <a:pPr marL="0" indent="0">
              <a:spcBef>
                <a:spcPct val="0"/>
              </a:spcBef>
              <a:buNone/>
            </a:pPr>
            <a:endParaRPr lang="en-US" sz="1800" b="1" dirty="0"/>
          </a:p>
          <a:p>
            <a:pPr marL="0" indent="0">
              <a:spcBef>
                <a:spcPct val="0"/>
              </a:spcBef>
              <a:buNone/>
            </a:pPr>
            <a:r>
              <a:rPr lang="en-US" sz="1800" b="1" dirty="0" err="1"/>
              <a:t>int</a:t>
            </a:r>
            <a:r>
              <a:rPr lang="en-US" sz="1800" b="1" dirty="0"/>
              <a:t> set::largest( ) </a:t>
            </a:r>
          </a:p>
          <a:p>
            <a:pPr marL="0" indent="0">
              <a:spcBef>
                <a:spcPct val="0"/>
              </a:spcBef>
              <a:buNone/>
            </a:pPr>
            <a:r>
              <a:rPr lang="en-US" sz="1800" b="1" dirty="0"/>
              <a:t>{</a:t>
            </a:r>
          </a:p>
          <a:p>
            <a:pPr marL="0" indent="0">
              <a:spcBef>
                <a:spcPct val="0"/>
              </a:spcBef>
              <a:buNone/>
            </a:pPr>
            <a:r>
              <a:rPr lang="en-US" sz="1800" b="1" dirty="0"/>
              <a:t>    if(m&gt;=n)  return m;</a:t>
            </a:r>
          </a:p>
          <a:p>
            <a:pPr marL="0" indent="0">
              <a:spcBef>
                <a:spcPct val="0"/>
              </a:spcBef>
              <a:buNone/>
            </a:pPr>
            <a:r>
              <a:rPr lang="en-US" sz="1800" b="1" dirty="0"/>
              <a:t>    else return n;</a:t>
            </a:r>
          </a:p>
          <a:p>
            <a:pPr marL="0" indent="0">
              <a:spcBef>
                <a:spcPct val="0"/>
              </a:spcBef>
              <a:buNone/>
            </a:pPr>
            <a:r>
              <a:rPr lang="en-US" sz="1800" b="1" dirty="0"/>
              <a:t>}</a:t>
            </a:r>
          </a:p>
        </p:txBody>
      </p:sp>
      <p:sp>
        <p:nvSpPr>
          <p:cNvPr id="2458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fld id="{FAA08DE4-173C-46B9-9884-CEC0DC30AB2D}" type="slidenum">
              <a:rPr lang="en-US" sz="1400"/>
              <a:pPr eaLnBrk="1" hangingPunct="1"/>
              <a:t>55</a:t>
            </a:fld>
            <a:endParaRPr lang="en-US" sz="1400"/>
          </a:p>
        </p:txBody>
      </p:sp>
      <p:sp>
        <p:nvSpPr>
          <p:cNvPr id="24582" name="Text Box 5"/>
          <p:cNvSpPr txBox="1">
            <a:spLocks noChangeArrowheads="1"/>
          </p:cNvSpPr>
          <p:nvPr/>
        </p:nvSpPr>
        <p:spPr bwMode="auto">
          <a:xfrm>
            <a:off x="2879725" y="34448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endParaRPr lang="en-US"/>
          </a:p>
        </p:txBody>
      </p:sp>
    </p:spTree>
    <p:extLst>
      <p:ext uri="{BB962C8B-B14F-4D97-AF65-F5344CB8AC3E}">
        <p14:creationId xmlns:p14="http://schemas.microsoft.com/office/powerpoint/2010/main" val="153217347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fld id="{B1E26224-3BD2-4C59-BECC-C3C0D11C1887}" type="slidenum">
              <a:rPr lang="en-US" sz="1400"/>
              <a:pPr eaLnBrk="1" hangingPunct="1"/>
              <a:t>56</a:t>
            </a:fld>
            <a:endParaRPr lang="en-US" sz="1400"/>
          </a:p>
        </p:txBody>
      </p:sp>
      <p:sp>
        <p:nvSpPr>
          <p:cNvPr id="25605" name="Text Box 4"/>
          <p:cNvSpPr txBox="1">
            <a:spLocks noChangeArrowheads="1"/>
          </p:cNvSpPr>
          <p:nvPr/>
        </p:nvSpPr>
        <p:spPr bwMode="auto">
          <a:xfrm>
            <a:off x="2819400" y="990600"/>
            <a:ext cx="487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spcBef>
                <a:spcPct val="50000"/>
              </a:spcBef>
            </a:pPr>
            <a:endParaRPr lang="en-US"/>
          </a:p>
        </p:txBody>
      </p:sp>
      <p:sp>
        <p:nvSpPr>
          <p:cNvPr id="25606" name="Rectangle 5"/>
          <p:cNvSpPr>
            <a:spLocks noChangeArrowheads="1"/>
          </p:cNvSpPr>
          <p:nvPr/>
        </p:nvSpPr>
        <p:spPr bwMode="auto">
          <a:xfrm>
            <a:off x="2286000" y="228600"/>
            <a:ext cx="7543800" cy="579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r>
              <a:rPr lang="en-US" sz="2000" b="1"/>
              <a:t>void set::input( )</a:t>
            </a:r>
          </a:p>
          <a:p>
            <a:pPr marL="342900" indent="-342900"/>
            <a:r>
              <a:rPr lang="en-US" sz="2000" b="1"/>
              <a:t>{</a:t>
            </a:r>
          </a:p>
          <a:p>
            <a:pPr marL="342900" indent="-342900"/>
            <a:r>
              <a:rPr lang="en-US" sz="2000" b="1"/>
              <a:t>    cout&lt;&lt;“Enter values for m and n”&lt;&lt; endl;</a:t>
            </a:r>
          </a:p>
          <a:p>
            <a:pPr marL="342900" indent="-342900"/>
            <a:r>
              <a:rPr lang="en-US" sz="2000" b="1"/>
              <a:t>    cin &gt;&gt; m &gt;&gt; n;</a:t>
            </a:r>
          </a:p>
          <a:p>
            <a:pPr marL="342900" indent="-342900"/>
            <a:r>
              <a:rPr lang="en-US" sz="2000" b="1"/>
              <a:t>}</a:t>
            </a:r>
          </a:p>
          <a:p>
            <a:pPr marL="342900" indent="-342900">
              <a:spcBef>
                <a:spcPct val="20000"/>
              </a:spcBef>
            </a:pPr>
            <a:r>
              <a:rPr lang="en-US" sz="2000" b="1"/>
              <a:t>void set::display ( ) </a:t>
            </a:r>
          </a:p>
          <a:p>
            <a:pPr marL="342900" indent="-342900">
              <a:spcBef>
                <a:spcPct val="20000"/>
              </a:spcBef>
            </a:pPr>
            <a:r>
              <a:rPr lang="en-US" sz="2000" b="1"/>
              <a:t>{</a:t>
            </a:r>
          </a:p>
          <a:p>
            <a:pPr marL="342900" indent="-342900">
              <a:spcBef>
                <a:spcPct val="20000"/>
              </a:spcBef>
            </a:pPr>
            <a:r>
              <a:rPr lang="en-US" sz="2000" b="1"/>
              <a:t>    cout&lt;&lt;“largest value=“&lt;&lt;largest( );</a:t>
            </a:r>
          </a:p>
          <a:p>
            <a:pPr marL="342900" indent="-342900">
              <a:spcBef>
                <a:spcPct val="20000"/>
              </a:spcBef>
            </a:pPr>
            <a:r>
              <a:rPr lang="en-US" sz="2000" b="1"/>
              <a:t>}</a:t>
            </a:r>
          </a:p>
          <a:p>
            <a:pPr marL="342900" indent="-342900">
              <a:spcBef>
                <a:spcPct val="20000"/>
              </a:spcBef>
            </a:pPr>
            <a:r>
              <a:rPr lang="en-US" sz="2000" b="1"/>
              <a:t>void main( ) </a:t>
            </a:r>
          </a:p>
          <a:p>
            <a:pPr marL="342900" indent="-342900">
              <a:spcBef>
                <a:spcPct val="20000"/>
              </a:spcBef>
            </a:pPr>
            <a:r>
              <a:rPr lang="en-US" sz="2000" b="1"/>
              <a:t>{</a:t>
            </a:r>
          </a:p>
          <a:p>
            <a:pPr marL="342900" indent="-342900">
              <a:spcBef>
                <a:spcPct val="20000"/>
              </a:spcBef>
            </a:pPr>
            <a:r>
              <a:rPr lang="en-US" sz="2000" b="1"/>
              <a:t>    set A;</a:t>
            </a:r>
          </a:p>
          <a:p>
            <a:pPr marL="342900" indent="-342900">
              <a:spcBef>
                <a:spcPct val="20000"/>
              </a:spcBef>
            </a:pPr>
            <a:r>
              <a:rPr lang="en-US" sz="2000" b="1"/>
              <a:t>    A.input( );</a:t>
            </a:r>
          </a:p>
          <a:p>
            <a:pPr marL="342900" indent="-342900">
              <a:spcBef>
                <a:spcPct val="20000"/>
              </a:spcBef>
            </a:pPr>
            <a:r>
              <a:rPr lang="en-US" sz="2000" b="1"/>
              <a:t>    A.display( );</a:t>
            </a:r>
          </a:p>
          <a:p>
            <a:pPr marL="342900" indent="-342900">
              <a:spcBef>
                <a:spcPct val="20000"/>
              </a:spcBef>
            </a:pPr>
            <a:r>
              <a:rPr lang="en-US" sz="2000" b="1"/>
              <a:t>}</a:t>
            </a:r>
          </a:p>
        </p:txBody>
      </p:sp>
    </p:spTree>
    <p:extLst>
      <p:ext uri="{BB962C8B-B14F-4D97-AF65-F5344CB8AC3E}">
        <p14:creationId xmlns:p14="http://schemas.microsoft.com/office/powerpoint/2010/main" val="228924628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fld id="{6C334C11-415B-4760-B7BC-60A10C10F51D}" type="slidenum">
              <a:rPr lang="en-US" sz="1400"/>
              <a:pPr eaLnBrk="1" hangingPunct="1"/>
              <a:t>57</a:t>
            </a:fld>
            <a:endParaRPr lang="en-US" sz="1400"/>
          </a:p>
        </p:txBody>
      </p:sp>
      <p:sp>
        <p:nvSpPr>
          <p:cNvPr id="26629" name="Text Box 4"/>
          <p:cNvSpPr txBox="1">
            <a:spLocks noChangeArrowheads="1"/>
          </p:cNvSpPr>
          <p:nvPr/>
        </p:nvSpPr>
        <p:spPr bwMode="auto">
          <a:xfrm>
            <a:off x="2514600" y="220663"/>
            <a:ext cx="48148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r>
              <a:rPr lang="en-US">
                <a:solidFill>
                  <a:srgbClr val="993366"/>
                </a:solidFill>
                <a:latin typeface="Verdana" pitchFamily="34" charset="0"/>
              </a:rPr>
              <a:t>Sorting an array using classes</a:t>
            </a:r>
          </a:p>
        </p:txBody>
      </p:sp>
      <p:sp>
        <p:nvSpPr>
          <p:cNvPr id="26630" name="Text Box 5"/>
          <p:cNvSpPr txBox="1">
            <a:spLocks noChangeArrowheads="1"/>
          </p:cNvSpPr>
          <p:nvPr/>
        </p:nvSpPr>
        <p:spPr bwMode="auto">
          <a:xfrm>
            <a:off x="1905000" y="914401"/>
            <a:ext cx="4038600" cy="527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r>
              <a:rPr lang="en-US" sz="2000" b="1" dirty="0"/>
              <a:t>const </a:t>
            </a:r>
            <a:r>
              <a:rPr lang="en-US" sz="2000" b="1" dirty="0" err="1"/>
              <a:t>int</a:t>
            </a:r>
            <a:r>
              <a:rPr lang="en-US" sz="2000" b="1" dirty="0"/>
              <a:t> size=10;</a:t>
            </a:r>
          </a:p>
          <a:p>
            <a:pPr eaLnBrk="1" hangingPunct="1"/>
            <a:r>
              <a:rPr lang="en-US" sz="2000" b="1" dirty="0"/>
              <a:t>class array </a:t>
            </a:r>
          </a:p>
          <a:p>
            <a:pPr eaLnBrk="1" hangingPunct="1"/>
            <a:r>
              <a:rPr lang="en-US" sz="2000" b="1" dirty="0"/>
              <a:t>{</a:t>
            </a:r>
          </a:p>
          <a:p>
            <a:pPr eaLnBrk="1" hangingPunct="1"/>
            <a:r>
              <a:rPr lang="en-US" sz="2000" b="1" dirty="0"/>
              <a:t>    </a:t>
            </a:r>
            <a:r>
              <a:rPr lang="en-US" sz="2000" b="1" dirty="0" err="1"/>
              <a:t>int</a:t>
            </a:r>
            <a:r>
              <a:rPr lang="en-US" sz="2000" b="1" dirty="0"/>
              <a:t> a[size];</a:t>
            </a:r>
          </a:p>
          <a:p>
            <a:pPr eaLnBrk="1" hangingPunct="1"/>
            <a:r>
              <a:rPr lang="en-US" sz="2000" b="1" dirty="0"/>
              <a:t>  public:</a:t>
            </a:r>
          </a:p>
          <a:p>
            <a:pPr eaLnBrk="1" hangingPunct="1"/>
            <a:r>
              <a:rPr lang="en-US" sz="2000" b="1" dirty="0"/>
              <a:t>    void </a:t>
            </a:r>
            <a:r>
              <a:rPr lang="en-US" sz="2000" b="1" dirty="0" err="1"/>
              <a:t>setval</a:t>
            </a:r>
            <a:r>
              <a:rPr lang="en-US" sz="2000" b="1" dirty="0"/>
              <a:t>( );</a:t>
            </a:r>
          </a:p>
          <a:p>
            <a:pPr eaLnBrk="1" hangingPunct="1"/>
            <a:r>
              <a:rPr lang="en-US" sz="2000" b="1" dirty="0"/>
              <a:t>    void display( );</a:t>
            </a:r>
          </a:p>
          <a:p>
            <a:pPr eaLnBrk="1" hangingPunct="1"/>
            <a:r>
              <a:rPr lang="en-US" sz="2000" b="1" dirty="0"/>
              <a:t>    void sort( );</a:t>
            </a:r>
          </a:p>
          <a:p>
            <a:pPr eaLnBrk="1" hangingPunct="1"/>
            <a:r>
              <a:rPr lang="en-US" sz="2000" b="1" dirty="0"/>
              <a:t>};</a:t>
            </a:r>
          </a:p>
          <a:p>
            <a:pPr eaLnBrk="1" hangingPunct="1"/>
            <a:r>
              <a:rPr lang="en-US" sz="2000" b="1" dirty="0" err="1"/>
              <a:t>int</a:t>
            </a:r>
            <a:r>
              <a:rPr lang="en-US" sz="2000" b="1" dirty="0"/>
              <a:t> </a:t>
            </a:r>
            <a:r>
              <a:rPr lang="en-US" sz="2000" b="1" dirty="0" err="1"/>
              <a:t>i</a:t>
            </a:r>
            <a:r>
              <a:rPr lang="en-US" sz="2000" b="1" dirty="0"/>
              <a:t> ,j, temp;</a:t>
            </a:r>
          </a:p>
          <a:p>
            <a:pPr eaLnBrk="1" hangingPunct="1"/>
            <a:r>
              <a:rPr lang="en-US" sz="2000" b="1" dirty="0"/>
              <a:t>void array :: </a:t>
            </a:r>
            <a:r>
              <a:rPr lang="en-US" sz="2000" b="1" dirty="0" err="1"/>
              <a:t>setval</a:t>
            </a:r>
            <a:r>
              <a:rPr lang="en-US" sz="2000" b="1" dirty="0"/>
              <a:t>( ) </a:t>
            </a:r>
          </a:p>
          <a:p>
            <a:pPr eaLnBrk="1" hangingPunct="1"/>
            <a:r>
              <a:rPr lang="en-US" sz="2000" b="1" dirty="0"/>
              <a:t>{</a:t>
            </a:r>
          </a:p>
          <a:p>
            <a:pPr eaLnBrk="1" hangingPunct="1"/>
            <a:r>
              <a:rPr lang="en-US" sz="2000" b="1" dirty="0"/>
              <a:t>    </a:t>
            </a:r>
            <a:r>
              <a:rPr lang="en-US" sz="2000" b="1" dirty="0" err="1"/>
              <a:t>cout</a:t>
            </a:r>
            <a:r>
              <a:rPr lang="en-US" sz="2000" b="1" dirty="0"/>
              <a:t>&lt;&lt;“enter 10 values”;</a:t>
            </a:r>
          </a:p>
          <a:p>
            <a:pPr eaLnBrk="1" hangingPunct="1"/>
            <a:r>
              <a:rPr lang="en-US" sz="2000" b="1" dirty="0"/>
              <a:t>    for (</a:t>
            </a:r>
            <a:r>
              <a:rPr lang="en-US" sz="2000" b="1" dirty="0" err="1"/>
              <a:t>i</a:t>
            </a:r>
            <a:r>
              <a:rPr lang="en-US" sz="2000" b="1" dirty="0"/>
              <a:t>=0; </a:t>
            </a:r>
            <a:r>
              <a:rPr lang="en-US" sz="2000" b="1" dirty="0" err="1"/>
              <a:t>i</a:t>
            </a:r>
            <a:r>
              <a:rPr lang="en-US" sz="2000" b="1" dirty="0"/>
              <a:t>&lt;size; </a:t>
            </a:r>
            <a:r>
              <a:rPr lang="en-US" sz="2000" b="1" dirty="0" err="1"/>
              <a:t>i</a:t>
            </a:r>
            <a:r>
              <a:rPr lang="en-US" sz="2000" b="1" dirty="0"/>
              <a:t>++)</a:t>
            </a:r>
          </a:p>
          <a:p>
            <a:pPr eaLnBrk="1" hangingPunct="1"/>
            <a:r>
              <a:rPr lang="en-US" sz="2000" b="1" dirty="0"/>
              <a:t>        </a:t>
            </a:r>
            <a:r>
              <a:rPr lang="en-US" sz="2000" b="1" dirty="0" err="1"/>
              <a:t>cin</a:t>
            </a:r>
            <a:r>
              <a:rPr lang="en-US" sz="2000" b="1" dirty="0"/>
              <a:t> &gt;&gt; a[</a:t>
            </a:r>
            <a:r>
              <a:rPr lang="en-US" sz="2000" b="1" dirty="0" err="1"/>
              <a:t>i</a:t>
            </a:r>
            <a:r>
              <a:rPr lang="en-US" sz="2000" b="1" dirty="0"/>
              <a:t>];</a:t>
            </a:r>
          </a:p>
          <a:p>
            <a:pPr eaLnBrk="1" hangingPunct="1"/>
            <a:r>
              <a:rPr lang="en-US" sz="2000" b="1" dirty="0"/>
              <a:t>    </a:t>
            </a:r>
            <a:r>
              <a:rPr lang="en-US" sz="2000" b="1" dirty="0" err="1"/>
              <a:t>cout</a:t>
            </a:r>
            <a:r>
              <a:rPr lang="en-US" sz="2000" b="1" dirty="0"/>
              <a:t>&lt;&lt; </a:t>
            </a:r>
            <a:r>
              <a:rPr lang="en-US" sz="2000" b="1" dirty="0" err="1"/>
              <a:t>endl</a:t>
            </a:r>
            <a:r>
              <a:rPr lang="en-US" sz="2000" b="1" dirty="0"/>
              <a:t>;</a:t>
            </a:r>
          </a:p>
          <a:p>
            <a:pPr eaLnBrk="1" hangingPunct="1"/>
            <a:r>
              <a:rPr lang="en-US" sz="2000" dirty="0"/>
              <a:t>}</a:t>
            </a:r>
          </a:p>
        </p:txBody>
      </p:sp>
      <p:sp>
        <p:nvSpPr>
          <p:cNvPr id="26631" name="Text Box 6"/>
          <p:cNvSpPr txBox="1">
            <a:spLocks noChangeArrowheads="1"/>
          </p:cNvSpPr>
          <p:nvPr/>
        </p:nvSpPr>
        <p:spPr bwMode="auto">
          <a:xfrm>
            <a:off x="6994526" y="1258888"/>
            <a:ext cx="2454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endParaRPr lang="en-US"/>
          </a:p>
        </p:txBody>
      </p:sp>
      <p:sp>
        <p:nvSpPr>
          <p:cNvPr id="26632" name="Text Box 7"/>
          <p:cNvSpPr txBox="1">
            <a:spLocks noChangeArrowheads="1"/>
          </p:cNvSpPr>
          <p:nvPr/>
        </p:nvSpPr>
        <p:spPr bwMode="auto">
          <a:xfrm>
            <a:off x="7162800" y="1219200"/>
            <a:ext cx="1981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endParaRPr lang="en-US"/>
          </a:p>
        </p:txBody>
      </p:sp>
      <p:sp>
        <p:nvSpPr>
          <p:cNvPr id="22536" name="Text Box 8"/>
          <p:cNvSpPr txBox="1">
            <a:spLocks noChangeArrowheads="1"/>
          </p:cNvSpPr>
          <p:nvPr/>
        </p:nvSpPr>
        <p:spPr bwMode="auto">
          <a:xfrm>
            <a:off x="6248400" y="914401"/>
            <a:ext cx="3727450" cy="527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r>
              <a:rPr lang="en-US" sz="2000" b="1" dirty="0"/>
              <a:t>void array::sort(void) </a:t>
            </a:r>
          </a:p>
          <a:p>
            <a:pPr eaLnBrk="1" hangingPunct="1"/>
            <a:r>
              <a:rPr lang="en-US" sz="2000" b="1" dirty="0"/>
              <a:t>{</a:t>
            </a:r>
          </a:p>
          <a:p>
            <a:pPr eaLnBrk="1" hangingPunct="1"/>
            <a:r>
              <a:rPr lang="en-US" sz="2000" b="1" dirty="0"/>
              <a:t>    for(</a:t>
            </a:r>
            <a:r>
              <a:rPr lang="en-US" sz="2000" b="1" dirty="0" err="1"/>
              <a:t>i</a:t>
            </a:r>
            <a:r>
              <a:rPr lang="en-US" sz="2000" b="1" dirty="0"/>
              <a:t>=0;i&lt;size-1;i++)</a:t>
            </a:r>
          </a:p>
          <a:p>
            <a:pPr eaLnBrk="1" hangingPunct="1"/>
            <a:r>
              <a:rPr lang="en-US" sz="2000" b="1" dirty="0"/>
              <a:t>        for(j=i+1;j&lt;size ;j++)</a:t>
            </a:r>
          </a:p>
          <a:p>
            <a:pPr eaLnBrk="1" hangingPunct="1"/>
            <a:r>
              <a:rPr lang="en-US" sz="2000" b="1" dirty="0"/>
              <a:t>            if(a[</a:t>
            </a:r>
            <a:r>
              <a:rPr lang="en-US" sz="2000" b="1" dirty="0" err="1"/>
              <a:t>i</a:t>
            </a:r>
            <a:r>
              <a:rPr lang="en-US" sz="2000" b="1" dirty="0"/>
              <a:t>]&gt;a[j]) </a:t>
            </a:r>
          </a:p>
          <a:p>
            <a:pPr eaLnBrk="1" hangingPunct="1"/>
            <a:r>
              <a:rPr lang="en-US" sz="2000" b="1" dirty="0"/>
              <a:t>            {</a:t>
            </a:r>
          </a:p>
          <a:p>
            <a:pPr eaLnBrk="1" hangingPunct="1"/>
            <a:r>
              <a:rPr lang="en-US" sz="2000" b="1" dirty="0"/>
              <a:t>                temp=a[</a:t>
            </a:r>
            <a:r>
              <a:rPr lang="en-US" sz="2000" b="1" dirty="0" err="1"/>
              <a:t>i</a:t>
            </a:r>
            <a:r>
              <a:rPr lang="en-US" sz="2000" b="1" dirty="0"/>
              <a:t>];</a:t>
            </a:r>
          </a:p>
          <a:p>
            <a:pPr eaLnBrk="1" hangingPunct="1"/>
            <a:r>
              <a:rPr lang="en-US" sz="2000" b="1" dirty="0"/>
              <a:t>                a[</a:t>
            </a:r>
            <a:r>
              <a:rPr lang="en-US" sz="2000" b="1" dirty="0" err="1"/>
              <a:t>i</a:t>
            </a:r>
            <a:r>
              <a:rPr lang="en-US" sz="2000" b="1" dirty="0"/>
              <a:t>]=a[j];</a:t>
            </a:r>
          </a:p>
          <a:p>
            <a:pPr eaLnBrk="1" hangingPunct="1"/>
            <a:r>
              <a:rPr lang="en-US" sz="2000" b="1" dirty="0"/>
              <a:t>                a[j]=temp;</a:t>
            </a:r>
          </a:p>
          <a:p>
            <a:pPr eaLnBrk="1" hangingPunct="1"/>
            <a:r>
              <a:rPr lang="en-US" sz="2000" b="1" dirty="0"/>
              <a:t>            }</a:t>
            </a:r>
          </a:p>
          <a:p>
            <a:pPr eaLnBrk="1" hangingPunct="1"/>
            <a:r>
              <a:rPr lang="en-US" sz="2000" b="1" dirty="0"/>
              <a:t>}</a:t>
            </a:r>
          </a:p>
          <a:p>
            <a:pPr eaLnBrk="1" hangingPunct="1"/>
            <a:r>
              <a:rPr lang="en-US" sz="2000" b="1" dirty="0"/>
              <a:t>void array :: display( ) </a:t>
            </a:r>
          </a:p>
          <a:p>
            <a:pPr eaLnBrk="1" hangingPunct="1"/>
            <a:r>
              <a:rPr lang="en-US" sz="2000" b="1" dirty="0"/>
              <a:t>{</a:t>
            </a:r>
          </a:p>
          <a:p>
            <a:pPr eaLnBrk="1" hangingPunct="1"/>
            <a:r>
              <a:rPr lang="en-US" sz="2000" b="1" dirty="0"/>
              <a:t>    for(</a:t>
            </a:r>
            <a:r>
              <a:rPr lang="en-US" sz="2000" b="1" dirty="0" err="1"/>
              <a:t>i</a:t>
            </a:r>
            <a:r>
              <a:rPr lang="en-US" sz="2000" b="1" dirty="0"/>
              <a:t>=0; </a:t>
            </a:r>
            <a:r>
              <a:rPr lang="en-US" sz="2000" b="1" dirty="0" err="1"/>
              <a:t>i</a:t>
            </a:r>
            <a:r>
              <a:rPr lang="en-US" sz="2000" b="1" dirty="0"/>
              <a:t>&lt;size; </a:t>
            </a:r>
            <a:r>
              <a:rPr lang="en-US" sz="2000" b="1" dirty="0" err="1"/>
              <a:t>i</a:t>
            </a:r>
            <a:r>
              <a:rPr lang="en-US" sz="2000" b="1" dirty="0"/>
              <a:t>++)</a:t>
            </a:r>
          </a:p>
          <a:p>
            <a:pPr eaLnBrk="1" hangingPunct="1"/>
            <a:r>
              <a:rPr lang="en-US" sz="2000" b="1" dirty="0"/>
              <a:t>        </a:t>
            </a:r>
            <a:r>
              <a:rPr lang="en-US" sz="2000" b="1" dirty="0" err="1"/>
              <a:t>cout</a:t>
            </a:r>
            <a:r>
              <a:rPr lang="en-US" sz="2000" b="1" dirty="0"/>
              <a:t>&lt;&lt;a[</a:t>
            </a:r>
            <a:r>
              <a:rPr lang="en-US" sz="2000" b="1" dirty="0" err="1"/>
              <a:t>i</a:t>
            </a:r>
            <a:r>
              <a:rPr lang="en-US" sz="2000" b="1" dirty="0"/>
              <a:t>]&lt;&lt;“  ”;</a:t>
            </a:r>
          </a:p>
          <a:p>
            <a:pPr eaLnBrk="1" hangingPunct="1"/>
            <a:r>
              <a:rPr lang="en-US" sz="2000" b="1" dirty="0"/>
              <a:t>    </a:t>
            </a:r>
            <a:r>
              <a:rPr lang="en-US" sz="2000" b="1" dirty="0" err="1"/>
              <a:t>cout</a:t>
            </a:r>
            <a:r>
              <a:rPr lang="en-US" sz="2000" b="1" dirty="0"/>
              <a:t>&lt;&lt;</a:t>
            </a:r>
            <a:r>
              <a:rPr lang="en-US" sz="2000" b="1" dirty="0" err="1"/>
              <a:t>endl</a:t>
            </a:r>
            <a:r>
              <a:rPr lang="en-US" sz="2000" b="1" dirty="0"/>
              <a:t>;</a:t>
            </a:r>
          </a:p>
          <a:p>
            <a:pPr eaLnBrk="1" hangingPunct="1"/>
            <a:r>
              <a:rPr lang="en-US" sz="2000" b="1" dirty="0"/>
              <a:t>}</a:t>
            </a:r>
          </a:p>
        </p:txBody>
      </p:sp>
    </p:spTree>
    <p:extLst>
      <p:ext uri="{BB962C8B-B14F-4D97-AF65-F5344CB8AC3E}">
        <p14:creationId xmlns:p14="http://schemas.microsoft.com/office/powerpoint/2010/main" val="289038577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5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6"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3" name="Rectangle 3"/>
          <p:cNvSpPr>
            <a:spLocks noGrp="1" noChangeArrowheads="1"/>
          </p:cNvSpPr>
          <p:nvPr>
            <p:ph idx="1"/>
          </p:nvPr>
        </p:nvSpPr>
        <p:spPr>
          <a:xfrm>
            <a:off x="2057400" y="609600"/>
            <a:ext cx="4267200" cy="4724400"/>
          </a:xfrm>
        </p:spPr>
        <p:txBody>
          <a:bodyPr>
            <a:normAutofit lnSpcReduction="10000"/>
          </a:bodyPr>
          <a:lstStyle/>
          <a:p>
            <a:pPr eaLnBrk="1" hangingPunct="1">
              <a:lnSpc>
                <a:spcPct val="110000"/>
              </a:lnSpc>
              <a:buFontTx/>
              <a:buNone/>
            </a:pPr>
            <a:r>
              <a:rPr lang="en-US" sz="2000" b="1" dirty="0"/>
              <a:t>void main( ) </a:t>
            </a:r>
          </a:p>
          <a:p>
            <a:pPr eaLnBrk="1" hangingPunct="1">
              <a:lnSpc>
                <a:spcPct val="110000"/>
              </a:lnSpc>
              <a:buFontTx/>
              <a:buNone/>
            </a:pPr>
            <a:r>
              <a:rPr lang="en-US" sz="2000" b="1" dirty="0"/>
              <a:t>{</a:t>
            </a:r>
          </a:p>
          <a:p>
            <a:pPr eaLnBrk="1" hangingPunct="1">
              <a:lnSpc>
                <a:spcPct val="110000"/>
              </a:lnSpc>
              <a:buFontTx/>
              <a:buNone/>
            </a:pPr>
            <a:r>
              <a:rPr lang="en-US" sz="2000" b="1" dirty="0"/>
              <a:t>    array obj1;</a:t>
            </a:r>
          </a:p>
          <a:p>
            <a:pPr eaLnBrk="1" hangingPunct="1">
              <a:lnSpc>
                <a:spcPct val="110000"/>
              </a:lnSpc>
              <a:buFontTx/>
              <a:buNone/>
            </a:pPr>
            <a:r>
              <a:rPr lang="en-US" sz="2000" b="1" dirty="0"/>
              <a:t>    </a:t>
            </a:r>
            <a:r>
              <a:rPr lang="en-US" sz="2000" b="1" dirty="0" err="1"/>
              <a:t>objl</a:t>
            </a:r>
            <a:r>
              <a:rPr lang="en-US" sz="2000" b="1" dirty="0"/>
              <a:t>. </a:t>
            </a:r>
            <a:r>
              <a:rPr lang="en-US" sz="2000" b="1" dirty="0" err="1"/>
              <a:t>setval</a:t>
            </a:r>
            <a:r>
              <a:rPr lang="en-US" sz="2000" b="1" dirty="0"/>
              <a:t>( );</a:t>
            </a:r>
          </a:p>
          <a:p>
            <a:pPr eaLnBrk="1" hangingPunct="1">
              <a:lnSpc>
                <a:spcPct val="110000"/>
              </a:lnSpc>
              <a:buFontTx/>
              <a:buNone/>
            </a:pPr>
            <a:r>
              <a:rPr lang="en-US" sz="2000" b="1" dirty="0"/>
              <a:t>    </a:t>
            </a:r>
            <a:r>
              <a:rPr lang="en-US" sz="2000" b="1" dirty="0" err="1"/>
              <a:t>cout</a:t>
            </a:r>
            <a:r>
              <a:rPr lang="en-US" sz="2000" b="1" dirty="0"/>
              <a:t>&lt;&lt;“original array”&lt;&lt;</a:t>
            </a:r>
            <a:r>
              <a:rPr lang="en-US" sz="2000" b="1" dirty="0" err="1"/>
              <a:t>endl</a:t>
            </a:r>
            <a:r>
              <a:rPr lang="en-US" sz="2000" b="1" dirty="0"/>
              <a:t>;</a:t>
            </a:r>
          </a:p>
          <a:p>
            <a:pPr eaLnBrk="1" hangingPunct="1">
              <a:lnSpc>
                <a:spcPct val="110000"/>
              </a:lnSpc>
              <a:buFontTx/>
              <a:buNone/>
            </a:pPr>
            <a:r>
              <a:rPr lang="en-US" sz="2000" b="1" dirty="0"/>
              <a:t>    </a:t>
            </a:r>
            <a:r>
              <a:rPr lang="en-US" sz="2000" b="1" dirty="0" err="1"/>
              <a:t>objl.display</a:t>
            </a:r>
            <a:r>
              <a:rPr lang="en-US" sz="2000" b="1" dirty="0"/>
              <a:t>( );</a:t>
            </a:r>
          </a:p>
          <a:p>
            <a:pPr eaLnBrk="1" hangingPunct="1">
              <a:lnSpc>
                <a:spcPct val="110000"/>
              </a:lnSpc>
              <a:buFontTx/>
              <a:buNone/>
            </a:pPr>
            <a:r>
              <a:rPr lang="en-US" sz="2000" b="1" dirty="0"/>
              <a:t>    </a:t>
            </a:r>
            <a:r>
              <a:rPr lang="en-US" sz="2000" b="1" dirty="0" err="1"/>
              <a:t>objl.sort</a:t>
            </a:r>
            <a:r>
              <a:rPr lang="en-US" sz="2000" b="1" dirty="0"/>
              <a:t>( );</a:t>
            </a:r>
          </a:p>
          <a:p>
            <a:pPr eaLnBrk="1" hangingPunct="1">
              <a:lnSpc>
                <a:spcPct val="110000"/>
              </a:lnSpc>
              <a:buFontTx/>
              <a:buNone/>
            </a:pPr>
            <a:r>
              <a:rPr lang="en-US" sz="2000" b="1" dirty="0"/>
              <a:t>    </a:t>
            </a:r>
            <a:r>
              <a:rPr lang="en-US" sz="2000" b="1" dirty="0" err="1"/>
              <a:t>cout</a:t>
            </a:r>
            <a:r>
              <a:rPr lang="en-US" sz="2000" b="1" dirty="0"/>
              <a:t>&lt;&lt;“sorted array”&lt;&lt; </a:t>
            </a:r>
            <a:r>
              <a:rPr lang="en-US" sz="2000" b="1" dirty="0" err="1"/>
              <a:t>endl</a:t>
            </a:r>
            <a:r>
              <a:rPr lang="en-US" sz="2000" b="1" dirty="0"/>
              <a:t>;</a:t>
            </a:r>
          </a:p>
          <a:p>
            <a:pPr eaLnBrk="1" hangingPunct="1">
              <a:lnSpc>
                <a:spcPct val="110000"/>
              </a:lnSpc>
              <a:buFontTx/>
              <a:buNone/>
            </a:pPr>
            <a:r>
              <a:rPr lang="en-US" sz="2000" b="1" dirty="0"/>
              <a:t>    </a:t>
            </a:r>
            <a:r>
              <a:rPr lang="en-US" sz="2000" b="1" dirty="0" err="1"/>
              <a:t>objl.display</a:t>
            </a:r>
            <a:r>
              <a:rPr lang="en-US" sz="2000" b="1" dirty="0"/>
              <a:t>( );</a:t>
            </a:r>
          </a:p>
          <a:p>
            <a:pPr eaLnBrk="1" hangingPunct="1">
              <a:lnSpc>
                <a:spcPct val="110000"/>
              </a:lnSpc>
              <a:buFontTx/>
              <a:buNone/>
            </a:pPr>
            <a:r>
              <a:rPr lang="en-US" sz="2000" b="1" dirty="0"/>
              <a:t>    </a:t>
            </a:r>
            <a:r>
              <a:rPr lang="en-US" sz="2000" b="1" dirty="0" err="1"/>
              <a:t>getch</a:t>
            </a:r>
            <a:r>
              <a:rPr lang="en-US" sz="2000" b="1" dirty="0"/>
              <a:t>( );</a:t>
            </a:r>
          </a:p>
          <a:p>
            <a:pPr eaLnBrk="1" hangingPunct="1">
              <a:lnSpc>
                <a:spcPct val="110000"/>
              </a:lnSpc>
              <a:buFontTx/>
              <a:buNone/>
            </a:pPr>
            <a:r>
              <a:rPr lang="en-US" sz="2000" b="1" dirty="0"/>
              <a:t>}</a:t>
            </a:r>
          </a:p>
        </p:txBody>
      </p:sp>
      <p:sp>
        <p:nvSpPr>
          <p:cNvPr id="2765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fld id="{4475438B-D258-49F6-AC04-5D1EBA142BF9}" type="slidenum">
              <a:rPr lang="en-US" sz="1400"/>
              <a:pPr eaLnBrk="1" hangingPunct="1"/>
              <a:t>58</a:t>
            </a:fld>
            <a:endParaRPr lang="en-US" sz="1400"/>
          </a:p>
        </p:txBody>
      </p:sp>
    </p:spTree>
    <p:extLst>
      <p:ext uri="{BB962C8B-B14F-4D97-AF65-F5344CB8AC3E}">
        <p14:creationId xmlns:p14="http://schemas.microsoft.com/office/powerpoint/2010/main" val="3800812473"/>
      </p:ext>
    </p:extLst>
  </p:cSld>
  <p:clrMapOvr>
    <a:masterClrMapping/>
  </p:clrMapOvr>
</p:sld>
</file>

<file path=ppt/theme/_rels/theme3.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mporary Portrait">
  <a:themeElements>
    <a:clrScheme name="Contemporary Portrait.pot 2">
      <a:dk1>
        <a:srgbClr val="000000"/>
      </a:dk1>
      <a:lt1>
        <a:srgbClr val="FFFFFF"/>
      </a:lt1>
      <a:dk2>
        <a:srgbClr val="0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996633"/>
      </a:hlink>
      <a:folHlink>
        <a:srgbClr val="808000"/>
      </a:folHlink>
    </a:clrScheme>
    <a:fontScheme name="Contemporary Portrait.pot">
      <a:majorFont>
        <a:latin typeface="Arial Black"/>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32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32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Contemporary Portrait.pot 1">
        <a:dk1>
          <a:srgbClr val="5E574E"/>
        </a:dk1>
        <a:lt1>
          <a:srgbClr val="FFFFCC"/>
        </a:lt1>
        <a:dk2>
          <a:srgbClr val="000000"/>
        </a:dk2>
        <a:lt2>
          <a:srgbClr val="FFCC00"/>
        </a:lt2>
        <a:accent1>
          <a:srgbClr val="CC9900"/>
        </a:accent1>
        <a:accent2>
          <a:srgbClr val="FF6600"/>
        </a:accent2>
        <a:accent3>
          <a:srgbClr val="AAAAAA"/>
        </a:accent3>
        <a:accent4>
          <a:srgbClr val="DADAAE"/>
        </a:accent4>
        <a:accent5>
          <a:srgbClr val="E2CAAA"/>
        </a:accent5>
        <a:accent6>
          <a:srgbClr val="E75C00"/>
        </a:accent6>
        <a:hlink>
          <a:srgbClr val="FF0000"/>
        </a:hlink>
        <a:folHlink>
          <a:srgbClr val="FFFFCC"/>
        </a:folHlink>
      </a:clrScheme>
      <a:clrMap bg1="dk2" tx1="lt1" bg2="dk1" tx2="lt2" accent1="accent1" accent2="accent2" accent3="accent3" accent4="accent4" accent5="accent5" accent6="accent6" hlink="hlink" folHlink="folHlink"/>
    </a:extraClrScheme>
    <a:extraClrScheme>
      <a:clrScheme name="Contemporary Portrait.pot 2">
        <a:dk1>
          <a:srgbClr val="000000"/>
        </a:dk1>
        <a:lt1>
          <a:srgbClr val="FFFFFF"/>
        </a:lt1>
        <a:dk2>
          <a:srgbClr val="0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996633"/>
        </a:hlink>
        <a:folHlink>
          <a:srgbClr val="808000"/>
        </a:folHlink>
      </a:clrScheme>
      <a:clrMap bg1="lt1" tx1="dk1" bg2="lt2" tx2="dk2" accent1="accent1" accent2="accent2" accent3="accent3" accent4="accent4" accent5="accent5" accent6="accent6" hlink="hlink" folHlink="folHlink"/>
    </a:extraClrScheme>
    <a:extraClrScheme>
      <a:clrScheme name="Contemporary Portrait.pot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ontemporary Portrait.pot 4">
        <a:dk1>
          <a:srgbClr val="000000"/>
        </a:dk1>
        <a:lt1>
          <a:srgbClr val="FFFFFF"/>
        </a:lt1>
        <a:dk2>
          <a:srgbClr val="8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FF0000"/>
        </a:hlink>
        <a:folHlink>
          <a:srgbClr val="FFFFCC"/>
        </a:folHlink>
      </a:clrScheme>
      <a:clrMap bg1="lt1" tx1="dk1" bg2="lt2" tx2="dk2" accent1="accent1" accent2="accent2" accent3="accent3" accent4="accent4" accent5="accent5" accent6="accent6" hlink="hlink" folHlink="folHlink"/>
    </a:extraClrScheme>
    <a:extraClrScheme>
      <a:clrScheme name="Contemporary Portrait.pot 5">
        <a:dk1>
          <a:srgbClr val="000066"/>
        </a:dk1>
        <a:lt1>
          <a:srgbClr val="FFFFFF"/>
        </a:lt1>
        <a:dk2>
          <a:srgbClr val="0000FF"/>
        </a:dk2>
        <a:lt2>
          <a:srgbClr val="000000"/>
        </a:lt2>
        <a:accent1>
          <a:srgbClr val="0066FF"/>
        </a:accent1>
        <a:accent2>
          <a:srgbClr val="33CCCC"/>
        </a:accent2>
        <a:accent3>
          <a:srgbClr val="FFFFFF"/>
        </a:accent3>
        <a:accent4>
          <a:srgbClr val="000056"/>
        </a:accent4>
        <a:accent5>
          <a:srgbClr val="AAB8FF"/>
        </a:accent5>
        <a:accent6>
          <a:srgbClr val="2DB9B9"/>
        </a:accent6>
        <a:hlink>
          <a:srgbClr val="FF00FF"/>
        </a:hlink>
        <a:folHlink>
          <a:srgbClr val="9933FF"/>
        </a:folHlink>
      </a:clrScheme>
      <a:clrMap bg1="lt1" tx1="dk1" bg2="lt2" tx2="dk2" accent1="accent1" accent2="accent2" accent3="accent3" accent4="accent4" accent5="accent5" accent6="accent6" hlink="hlink" folHlink="folHlink"/>
    </a:extraClrScheme>
    <a:extraClrScheme>
      <a:clrScheme name="Contemporary Portrait.pot 6">
        <a:dk1>
          <a:srgbClr val="000000"/>
        </a:dk1>
        <a:lt1>
          <a:srgbClr val="FFFFFF"/>
        </a:lt1>
        <a:dk2>
          <a:srgbClr val="000066"/>
        </a:dk2>
        <a:lt2>
          <a:srgbClr val="FFCC00"/>
        </a:lt2>
        <a:accent1>
          <a:srgbClr val="0066FF"/>
        </a:accent1>
        <a:accent2>
          <a:srgbClr val="33CCCC"/>
        </a:accent2>
        <a:accent3>
          <a:srgbClr val="AAAAB8"/>
        </a:accent3>
        <a:accent4>
          <a:srgbClr val="DADADA"/>
        </a:accent4>
        <a:accent5>
          <a:srgbClr val="AAB8FF"/>
        </a:accent5>
        <a:accent6>
          <a:srgbClr val="2DB9B9"/>
        </a:accent6>
        <a:hlink>
          <a:srgbClr val="FF00FF"/>
        </a:hlink>
        <a:folHlink>
          <a:srgbClr val="9933FF"/>
        </a:folHlink>
      </a:clrScheme>
      <a:clrMap bg1="dk2" tx1="lt1" bg2="dk1" tx2="lt2" accent1="accent1" accent2="accent2" accent3="accent3" accent4="accent4" accent5="accent5" accent6="accent6" hlink="hlink" folHlink="folHlink"/>
    </a:extraClrScheme>
    <a:extraClrScheme>
      <a:clrScheme name="Contemporary Portrait.pot 7">
        <a:dk1>
          <a:srgbClr val="5E574E"/>
        </a:dk1>
        <a:lt1>
          <a:srgbClr val="FFFFCC"/>
        </a:lt1>
        <a:dk2>
          <a:srgbClr val="800000"/>
        </a:dk2>
        <a:lt2>
          <a:srgbClr val="FFCC00"/>
        </a:lt2>
        <a:accent1>
          <a:srgbClr val="CC9900"/>
        </a:accent1>
        <a:accent2>
          <a:srgbClr val="FF6600"/>
        </a:accent2>
        <a:accent3>
          <a:srgbClr val="C0AAAA"/>
        </a:accent3>
        <a:accent4>
          <a:srgbClr val="DADAAE"/>
        </a:accent4>
        <a:accent5>
          <a:srgbClr val="E2CAAA"/>
        </a:accent5>
        <a:accent6>
          <a:srgbClr val="E75C00"/>
        </a:accent6>
        <a:hlink>
          <a:srgbClr val="FF0000"/>
        </a:hlink>
        <a:folHlink>
          <a:srgbClr val="FFFFCC"/>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4.xml><?xml version="1.0" encoding="utf-8"?>
<a:theme xmlns:a="http://schemas.openxmlformats.org/drawingml/2006/main" name="1_Contemporary Portrait">
  <a:themeElements>
    <a:clrScheme name="Contemporary Portrait.pot 2">
      <a:dk1>
        <a:srgbClr val="000000"/>
      </a:dk1>
      <a:lt1>
        <a:srgbClr val="FFFFFF"/>
      </a:lt1>
      <a:dk2>
        <a:srgbClr val="0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996633"/>
      </a:hlink>
      <a:folHlink>
        <a:srgbClr val="808000"/>
      </a:folHlink>
    </a:clrScheme>
    <a:fontScheme name="Contemporary Portrait.pot">
      <a:majorFont>
        <a:latin typeface="Arial Black"/>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32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32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Contemporary Portrait.pot 1">
        <a:dk1>
          <a:srgbClr val="5E574E"/>
        </a:dk1>
        <a:lt1>
          <a:srgbClr val="FFFFCC"/>
        </a:lt1>
        <a:dk2>
          <a:srgbClr val="000000"/>
        </a:dk2>
        <a:lt2>
          <a:srgbClr val="FFCC00"/>
        </a:lt2>
        <a:accent1>
          <a:srgbClr val="CC9900"/>
        </a:accent1>
        <a:accent2>
          <a:srgbClr val="FF6600"/>
        </a:accent2>
        <a:accent3>
          <a:srgbClr val="AAAAAA"/>
        </a:accent3>
        <a:accent4>
          <a:srgbClr val="DADAAE"/>
        </a:accent4>
        <a:accent5>
          <a:srgbClr val="E2CAAA"/>
        </a:accent5>
        <a:accent6>
          <a:srgbClr val="E75C00"/>
        </a:accent6>
        <a:hlink>
          <a:srgbClr val="FF0000"/>
        </a:hlink>
        <a:folHlink>
          <a:srgbClr val="FFFFCC"/>
        </a:folHlink>
      </a:clrScheme>
      <a:clrMap bg1="dk2" tx1="lt1" bg2="dk1" tx2="lt2" accent1="accent1" accent2="accent2" accent3="accent3" accent4="accent4" accent5="accent5" accent6="accent6" hlink="hlink" folHlink="folHlink"/>
    </a:extraClrScheme>
    <a:extraClrScheme>
      <a:clrScheme name="Contemporary Portrait.pot 2">
        <a:dk1>
          <a:srgbClr val="000000"/>
        </a:dk1>
        <a:lt1>
          <a:srgbClr val="FFFFFF"/>
        </a:lt1>
        <a:dk2>
          <a:srgbClr val="0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996633"/>
        </a:hlink>
        <a:folHlink>
          <a:srgbClr val="808000"/>
        </a:folHlink>
      </a:clrScheme>
      <a:clrMap bg1="lt1" tx1="dk1" bg2="lt2" tx2="dk2" accent1="accent1" accent2="accent2" accent3="accent3" accent4="accent4" accent5="accent5" accent6="accent6" hlink="hlink" folHlink="folHlink"/>
    </a:extraClrScheme>
    <a:extraClrScheme>
      <a:clrScheme name="Contemporary Portrait.pot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ontemporary Portrait.pot 4">
        <a:dk1>
          <a:srgbClr val="000000"/>
        </a:dk1>
        <a:lt1>
          <a:srgbClr val="FFFFFF"/>
        </a:lt1>
        <a:dk2>
          <a:srgbClr val="8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FF0000"/>
        </a:hlink>
        <a:folHlink>
          <a:srgbClr val="FFFFCC"/>
        </a:folHlink>
      </a:clrScheme>
      <a:clrMap bg1="lt1" tx1="dk1" bg2="lt2" tx2="dk2" accent1="accent1" accent2="accent2" accent3="accent3" accent4="accent4" accent5="accent5" accent6="accent6" hlink="hlink" folHlink="folHlink"/>
    </a:extraClrScheme>
    <a:extraClrScheme>
      <a:clrScheme name="Contemporary Portrait.pot 5">
        <a:dk1>
          <a:srgbClr val="000066"/>
        </a:dk1>
        <a:lt1>
          <a:srgbClr val="FFFFFF"/>
        </a:lt1>
        <a:dk2>
          <a:srgbClr val="0000FF"/>
        </a:dk2>
        <a:lt2>
          <a:srgbClr val="000000"/>
        </a:lt2>
        <a:accent1>
          <a:srgbClr val="0066FF"/>
        </a:accent1>
        <a:accent2>
          <a:srgbClr val="33CCCC"/>
        </a:accent2>
        <a:accent3>
          <a:srgbClr val="FFFFFF"/>
        </a:accent3>
        <a:accent4>
          <a:srgbClr val="000056"/>
        </a:accent4>
        <a:accent5>
          <a:srgbClr val="AAB8FF"/>
        </a:accent5>
        <a:accent6>
          <a:srgbClr val="2DB9B9"/>
        </a:accent6>
        <a:hlink>
          <a:srgbClr val="FF00FF"/>
        </a:hlink>
        <a:folHlink>
          <a:srgbClr val="9933FF"/>
        </a:folHlink>
      </a:clrScheme>
      <a:clrMap bg1="lt1" tx1="dk1" bg2="lt2" tx2="dk2" accent1="accent1" accent2="accent2" accent3="accent3" accent4="accent4" accent5="accent5" accent6="accent6" hlink="hlink" folHlink="folHlink"/>
    </a:extraClrScheme>
    <a:extraClrScheme>
      <a:clrScheme name="Contemporary Portrait.pot 6">
        <a:dk1>
          <a:srgbClr val="000000"/>
        </a:dk1>
        <a:lt1>
          <a:srgbClr val="FFFFFF"/>
        </a:lt1>
        <a:dk2>
          <a:srgbClr val="000066"/>
        </a:dk2>
        <a:lt2>
          <a:srgbClr val="FFCC00"/>
        </a:lt2>
        <a:accent1>
          <a:srgbClr val="0066FF"/>
        </a:accent1>
        <a:accent2>
          <a:srgbClr val="33CCCC"/>
        </a:accent2>
        <a:accent3>
          <a:srgbClr val="AAAAB8"/>
        </a:accent3>
        <a:accent4>
          <a:srgbClr val="DADADA"/>
        </a:accent4>
        <a:accent5>
          <a:srgbClr val="AAB8FF"/>
        </a:accent5>
        <a:accent6>
          <a:srgbClr val="2DB9B9"/>
        </a:accent6>
        <a:hlink>
          <a:srgbClr val="FF00FF"/>
        </a:hlink>
        <a:folHlink>
          <a:srgbClr val="9933FF"/>
        </a:folHlink>
      </a:clrScheme>
      <a:clrMap bg1="dk2" tx1="lt1" bg2="dk1" tx2="lt2" accent1="accent1" accent2="accent2" accent3="accent3" accent4="accent4" accent5="accent5" accent6="accent6" hlink="hlink" folHlink="folHlink"/>
    </a:extraClrScheme>
    <a:extraClrScheme>
      <a:clrScheme name="Contemporary Portrait.pot 7">
        <a:dk1>
          <a:srgbClr val="5E574E"/>
        </a:dk1>
        <a:lt1>
          <a:srgbClr val="FFFFCC"/>
        </a:lt1>
        <a:dk2>
          <a:srgbClr val="800000"/>
        </a:dk2>
        <a:lt2>
          <a:srgbClr val="FFCC00"/>
        </a:lt2>
        <a:accent1>
          <a:srgbClr val="CC9900"/>
        </a:accent1>
        <a:accent2>
          <a:srgbClr val="FF6600"/>
        </a:accent2>
        <a:accent3>
          <a:srgbClr val="C0AAAA"/>
        </a:accent3>
        <a:accent4>
          <a:srgbClr val="DADAAE"/>
        </a:accent4>
        <a:accent5>
          <a:srgbClr val="E2CAAA"/>
        </a:accent5>
        <a:accent6>
          <a:srgbClr val="E75C00"/>
        </a:accent6>
        <a:hlink>
          <a:srgbClr val="FF0000"/>
        </a:hlink>
        <a:folHlink>
          <a:srgbClr val="FFFFCC"/>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622</TotalTime>
  <Words>4262</Words>
  <Application>Microsoft Office PowerPoint</Application>
  <PresentationFormat>Widescreen</PresentationFormat>
  <Paragraphs>723</Paragraphs>
  <Slides>58</Slides>
  <Notes>38</Notes>
  <HiddenSlides>16</HiddenSlides>
  <MMClips>0</MMClips>
  <ScaleCrop>false</ScaleCrop>
  <HeadingPairs>
    <vt:vector size="8" baseType="variant">
      <vt:variant>
        <vt:lpstr>Fonts Used</vt:lpstr>
      </vt:variant>
      <vt:variant>
        <vt:i4>17</vt:i4>
      </vt:variant>
      <vt:variant>
        <vt:lpstr>Theme</vt:lpstr>
      </vt:variant>
      <vt:variant>
        <vt:i4>4</vt:i4>
      </vt:variant>
      <vt:variant>
        <vt:lpstr>Embedded OLE Servers</vt:lpstr>
      </vt:variant>
      <vt:variant>
        <vt:i4>1</vt:i4>
      </vt:variant>
      <vt:variant>
        <vt:lpstr>Slide Titles</vt:lpstr>
      </vt:variant>
      <vt:variant>
        <vt:i4>58</vt:i4>
      </vt:variant>
    </vt:vector>
  </HeadingPairs>
  <TitlesOfParts>
    <vt:vector size="80" baseType="lpstr">
      <vt:lpstr>新細明體</vt:lpstr>
      <vt:lpstr>新細明體</vt:lpstr>
      <vt:lpstr>Arial</vt:lpstr>
      <vt:lpstr>Arial Black</vt:lpstr>
      <vt:lpstr>Calibri</vt:lpstr>
      <vt:lpstr>Calibri Light</vt:lpstr>
      <vt:lpstr>Century Gothic</vt:lpstr>
      <vt:lpstr>Century Schoolbook L</vt:lpstr>
      <vt:lpstr>Courier 10 Pitch</vt:lpstr>
      <vt:lpstr>Courier New</vt:lpstr>
      <vt:lpstr>Monotype Sorts</vt:lpstr>
      <vt:lpstr>Tahoma</vt:lpstr>
      <vt:lpstr>Times New Roman</vt:lpstr>
      <vt:lpstr>Verdana</vt:lpstr>
      <vt:lpstr>Wingdings</vt:lpstr>
      <vt:lpstr>Wingdings 3</vt:lpstr>
      <vt:lpstr>ZapfHumnst BT</vt:lpstr>
      <vt:lpstr>Office Theme</vt:lpstr>
      <vt:lpstr>Contemporary Portrait</vt:lpstr>
      <vt:lpstr>Ion</vt:lpstr>
      <vt:lpstr>1_Contemporary Portrait</vt:lpstr>
      <vt:lpstr>Clip</vt:lpstr>
      <vt:lpstr>Object Oriented Programming </vt:lpstr>
      <vt:lpstr>Course  Outcomes:</vt:lpstr>
      <vt:lpstr>PowerPoint Presentation</vt:lpstr>
      <vt:lpstr>Websites</vt:lpstr>
      <vt:lpstr>Mode of Evaluation – Theory </vt:lpstr>
      <vt:lpstr>Mode of evaluation – Laboratory </vt:lpstr>
      <vt:lpstr>Historical Notes</vt:lpstr>
      <vt:lpstr>C++ and C</vt:lpstr>
      <vt:lpstr>C++ and Java</vt:lpstr>
      <vt:lpstr>Compiling C++ programs on Linux</vt:lpstr>
      <vt:lpstr>Other Editors</vt:lpstr>
      <vt:lpstr>Program Hello</vt:lpstr>
      <vt:lpstr>PowerPoint Presentation</vt:lpstr>
      <vt:lpstr>Classes </vt:lpstr>
      <vt:lpstr>Namespaces -1</vt:lpstr>
      <vt:lpstr>Namespaces </vt:lpstr>
      <vt:lpstr>Header Files</vt:lpstr>
      <vt:lpstr>Keyboard &amp; Screen I/O in C++</vt:lpstr>
      <vt:lpstr>Keyboard &amp; Screen I/O in C++</vt:lpstr>
      <vt:lpstr>Keyboard &amp; Screen I/O in C++</vt:lpstr>
      <vt:lpstr>What else are we doing today?</vt:lpstr>
      <vt:lpstr>Object Oriented Programming Concepts</vt:lpstr>
      <vt:lpstr>Encapuslation</vt:lpstr>
      <vt:lpstr>Abstraction</vt:lpstr>
      <vt:lpstr>Inheritance</vt:lpstr>
      <vt:lpstr>Polymorphism</vt:lpstr>
      <vt:lpstr>Procedure  Oriented  Programming</vt:lpstr>
      <vt:lpstr>PowerPoint Presentation</vt:lpstr>
      <vt:lpstr>PowerPoint Presentation</vt:lpstr>
      <vt:lpstr>Object-Oriented Programming </vt:lpstr>
      <vt:lpstr>Concepts of Object Oriented Programming</vt:lpstr>
      <vt:lpstr>Objects </vt:lpstr>
      <vt:lpstr>Reminder Pop Quiz!</vt:lpstr>
      <vt:lpstr>Reminder Pop Quiz!</vt:lpstr>
      <vt:lpstr>Classes </vt:lpstr>
      <vt:lpstr>Example: The Person class</vt:lpstr>
      <vt:lpstr>Data Encapsulation</vt:lpstr>
      <vt:lpstr>Data Abstraction </vt:lpstr>
      <vt:lpstr>What is Abstraction?</vt:lpstr>
      <vt:lpstr>Inheritance</vt:lpstr>
      <vt:lpstr>Inheritance</vt:lpstr>
      <vt:lpstr>Polymorphism</vt:lpstr>
      <vt:lpstr>PowerPoint Presentation</vt:lpstr>
      <vt:lpstr>Dynamic binding &amp; Message passing  </vt:lpstr>
      <vt:lpstr>Message Passing</vt:lpstr>
      <vt:lpstr>Benefits of Object Oriented Programming</vt:lpstr>
      <vt:lpstr>Applications written in C++</vt:lpstr>
      <vt:lpstr>General form of a class declaration</vt:lpstr>
      <vt:lpstr>A simple class example</vt:lpstr>
      <vt:lpstr>Creating Objects</vt:lpstr>
      <vt:lpstr>Accessing Class Members</vt:lpstr>
      <vt:lpstr>Defining Member functions</vt:lpstr>
      <vt:lpstr>PowerPoint Presentation</vt:lpstr>
      <vt:lpstr>Program continued……….. </vt:lpstr>
      <vt:lpstr>Nesting of Member functions </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Object Oriented Programming and Design</dc:title>
  <dc:creator>PPK</dc:creator>
  <cp:lastModifiedBy>Linda Varghese [MAHE-MIT]</cp:lastModifiedBy>
  <cp:revision>65</cp:revision>
  <dcterms:created xsi:type="dcterms:W3CDTF">2016-07-26T14:24:55Z</dcterms:created>
  <dcterms:modified xsi:type="dcterms:W3CDTF">2024-07-30T06:35:38Z</dcterms:modified>
</cp:coreProperties>
</file>